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268" autoAdjust="0"/>
    <p:restoredTop sz="95669" autoAdjust="0"/>
  </p:normalViewPr>
  <p:slideViewPr>
    <p:cSldViewPr snapToGrid="0">
      <p:cViewPr varScale="1">
        <p:scale>
          <a:sx n="96" d="100"/>
          <a:sy n="96" d="100"/>
        </p:scale>
        <p:origin x="11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3:25:49.9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4843 0 24575,'0'1365'0,"42"-604"-3336,67-8 1194,-86-623 2035,64 334 28,28-9 89,-91-387-9,-14-40 2259,13 50 0,-18-57-2078,2 0 1,0 0-1,1 0 1,1-1-1,17 27 0,-19-35-143,3 10-39,0 0 0,-1 0 0,10 47 0,8 76 0,-19-91 0,3 16 0,-3-1 0,-2 75 0,-6-103 0,-3 0 0,-2 0 0,-1 0 0,-21 72 0,-145 305 0,111-285 0,-76 145 0,113-237 0,-3-1 0,-1-2 0,-1 0 0,-53 50 0,40-49 0,-1-2 0,-2-3 0,-1-1 0,-2-2 0,-57 27 0,-240 76 0,-18-27 0,170-51 0,-190 50 0,-9-24 0,44-33-1053,-134 23 92,229-32 514,-3-10 1,-278-4-1,482-26 456,-781-2 1539,767-1-989,45-2 172,21 5-721,0-1 1,0 1 0,0 0 0,0 0-1,0 0 1,-1 0 0,1 0-1,0-1 1,0 1 0,0 0-1,0 0 1,0 0 0,0 0-1,0-1 1,0 1 0,0 0 0,0 0-1,0 0 1,0 0 0,0-1-1,0 1 1,0 0 0,0 0-1,0 0 1,0-1 0,0 1-1,0 0 1,0 0 0,0 0 0,0 0-1,1-1 1,-1 1 0,0 0-1,0 0 1,0 0 0,0 0-1,0 0 1,0-1 0,0 1-1,1 0 1,-1 0 0,0 0 0,0 0-1,0 0 1,0 0 0,1 0-1,-1 0 1,30-12-1382,4 5-5455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3:25:52.7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41 24575,'255'6'0,"-46"2"0,1059 14-1213,-723-20-2098,-123-2 3089,1258-2-2778,-668-43 1746,-224 15 2237,1 29 495,-482 2-1282,-122-1-81,443 6 1378,-10 28-15,-584-31-920,-20-3-323,0 1 0,-1 1 0,1 0 0,0 1 0,-1 0 1,0 1-1,15 6 0,-25-8-193,0-1 0,-1 1 0,1 0 0,0 0 0,-1 0 0,0 0 0,1 1 0,-1-1-1,0 1 1,0-1 0,0 1 0,0 0 0,1 4 0,2 4 45,-1-1 0,4 20-1,5 13-115,68 132 29,-15-35 0,46 151 0,-97-240 0,-2 0 0,-3 1 0,8 103 0,-16-73 0,-15 152 0,6-184 0,-3-1 0,-1 1 0,-3-2 0,-25 61 0,-197 363 0,203-412 0,-67 107 0,-22 44 0,62-82 0,-65 204 0,97-241 0,-130 401 0,140-445 0,-18 58 0,32-91 0,1 1 0,0 0 0,1 0 0,0 29 0,6 20 0,4 0 0,2 0 0,3-1 0,28 83 0,15 54 0,-47-154 0,-1 0 0,1 70 0,-7 128 0,14 250 0,46-16 0,-25-218 0,-7 167 0,-31 4 0,-2-163 0,-11 148 0,-24 113 0,36-506 0,1 0 0,2 1 0,0-1 0,1 0 0,1 0 0,7 25 0,-4-27-71,23 95-576,75 188 0,-83-260-6179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3:25:55.5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2364 24575,'22'-93'0,"4"0"0,49-113 0,100-172 0,45-38 0,-155 309 0,145-181 0,166-123 0,-332 367 0,1 2 0,2 3 0,1 1 0,2 3 0,2 2 0,109-51 0,-134 73 0,0 2 0,1 1 0,0 1 0,50-5 0,114 2 0,-176 10 0,401 3 0,-199 1 0,-150-1 0,-1 3 0,108 22 0,126 51 0,-5-1 0,-155-47 0,529 134 0,-469-100 0,204 57 0,12-30 0,185 53 0,-528-121 0,370 116 0,15-32 0,-100-49 44,124 22-3609,130 26 2654,-229-42 848,-279-44 63,0 4 0,116 45 0,-111-30 0,423 147 0,-158-93-24,9-30 1958,-158-29 311,560 85-1905,-153-17-340,-89-24 0,522 99 0,-598-110 0,-337-51 0,165 30 0,-281-44 0,-1 0 0,1 1 0,-1 0 0,0 2 0,-1-1 0,1 2 0,-1-1 0,0 2 0,12 9 0,44 43 0,-47-39 0,1 0 0,1-2 0,1-1 0,27 15 0,-29-22 0,26 8 0,-26-11 0,26 13 0,29 18 0,109 37 0,-66-29 0,-110-42 0,-1 0 0,1 0 0,-2 1 0,1 0 0,-1 1 0,0 0 0,13 13 0,52 65 0,-45-48 0,209 244-1365,-201-238-5461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3:25:57.8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 5921 24575,'0'-1'0,"-1"1"0,1 0 0,0 0 0,-1-1 0,1 1 0,-1 0 0,1-1 0,0 1 0,-1 0 0,1-1 0,-1 1 0,1-1 0,0 1 0,0-1 0,-1 1 0,1-1 0,0 1 0,0-1 0,0 1 0,-1-1 0,1 1 0,0-1 0,0 1 0,0-1 0,0 1 0,0-1 0,0 1 0,0-1 0,0 1 0,1-2 0,-2 2 0,-1-32 0,1 0 0,1 0 0,5-34 0,-1 14 0,15-952 0,0 2 0,-16 965 0,33-949 0,-38 209 0,-26 364 0,0 14 0,24 267 0,-33-216 0,24 289 0,7 34 0,1 0 0,-2-33 0,7-111 0,-1-26 0,-6 152-1365,3 24-5461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8EEC1-FAFB-50C4-A5C7-8A1CDEFC66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00C2E6-465B-7F33-2CEB-4B32F9579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1CA89-4AA3-7968-3662-CA3478952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9124E-C18F-44BB-A333-A2519DD29DB0}" type="datetimeFigureOut">
              <a:rPr lang="en-IL" smtClean="0"/>
              <a:t>22/11/2025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5E43A-FE6F-E1AC-7367-C37BF10C5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C7573-C245-5261-1A92-0B926B24D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F0A8C-AC43-4BEA-AF76-0DA46DDD8C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25870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DE473-01DA-3C9B-C2E8-6C56A8FA9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133F4-F8C4-A865-7808-FFBA26B13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AA127-0AFA-9107-6BBD-6CDC48B51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9124E-C18F-44BB-A333-A2519DD29DB0}" type="datetimeFigureOut">
              <a:rPr lang="en-IL" smtClean="0"/>
              <a:t>22/11/2025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B857A-19E5-E31F-A3BF-DC0ADDC64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F0410-AF13-1475-CD64-0D235B535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F0A8C-AC43-4BEA-AF76-0DA46DDD8C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14587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926F6-459B-C3B5-30F3-CB040832C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95141-A447-0C18-3585-618C06428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02343-6AA9-7B2B-3215-DF4FD5EA1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9124E-C18F-44BB-A333-A2519DD29DB0}" type="datetimeFigureOut">
              <a:rPr lang="en-IL" smtClean="0"/>
              <a:t>22/11/2025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BEA94-37C8-AC6F-671D-C9E0A637A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4EFCC-AD14-25E1-D8FE-4F07E5687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F0A8C-AC43-4BEA-AF76-0DA46DDD8C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96901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8621-12EA-0723-D7CA-2F65FB252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5895F-EC93-F8D7-ED0A-28203A5D90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655B07-FB65-8425-4861-9EEDE1346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2276A3-1747-3B4A-5FB6-9C9B64A0B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9124E-C18F-44BB-A333-A2519DD29DB0}" type="datetimeFigureOut">
              <a:rPr lang="en-IL" smtClean="0"/>
              <a:t>22/11/2025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91D89A-9269-2871-12DF-91287CFBE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2F83B7-D3C9-8AA1-051E-47A9ED8C9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F0A8C-AC43-4BEA-AF76-0DA46DDD8C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40446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4537B-C9C2-272E-BC4B-22A0F42D2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CAE851-AB03-DBE9-A45C-08713B7C3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48521E-A52D-7379-34D8-716A78BA29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9886CE-37D1-40FD-FBAD-342F85FAFC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33B264-CCAF-C70B-FA47-9AC019EC6C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E43DF5-509B-EDDE-36C7-83C582DE5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9124E-C18F-44BB-A333-A2519DD29DB0}" type="datetimeFigureOut">
              <a:rPr lang="en-IL" smtClean="0"/>
              <a:t>22/11/2025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61CBAE-521A-43E3-339A-E8AF2D443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9D29B5-9910-932C-CEF6-710FE77EC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F0A8C-AC43-4BEA-AF76-0DA46DDD8C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45015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C1D11-0FA9-1C6A-B646-21C0FEE15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38719A-F22E-A282-9437-60508C61C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9124E-C18F-44BB-A333-A2519DD29DB0}" type="datetimeFigureOut">
              <a:rPr lang="en-IL" smtClean="0"/>
              <a:t>22/11/2025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95F09-6A38-401D-82F0-9AD29161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4193F-DB92-788F-C418-B1A4CCE62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F0A8C-AC43-4BEA-AF76-0DA46DDD8C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55302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443E95-60BF-9D4D-65D5-8567644F4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9124E-C18F-44BB-A333-A2519DD29DB0}" type="datetimeFigureOut">
              <a:rPr lang="en-IL" smtClean="0"/>
              <a:t>22/11/2025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90265B-4AB7-143C-FB30-3D94F094D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6BEFB-7FD4-AFFA-7E62-700DBC2D8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F0A8C-AC43-4BEA-AF76-0DA46DDD8C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4715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FCD13-669F-549A-B309-CC343243C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59FF7-64F3-ED87-A143-E1EF7381E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FB7AB1-86EB-E199-6EDD-476196DF3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6FB45-F151-FC26-D5E7-2D0682BF7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9124E-C18F-44BB-A333-A2519DD29DB0}" type="datetimeFigureOut">
              <a:rPr lang="en-IL" smtClean="0"/>
              <a:t>22/11/2025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BE488B-5E96-DC65-0045-999216D89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008801-9D7D-C09A-2436-C6B7DCF4B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F0A8C-AC43-4BEA-AF76-0DA46DDD8C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31485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E9D0D-6314-5289-9B93-2A1C0C4C3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F16DA9-95D2-D146-A040-57E23E6F88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F085CF-19AE-5D4A-A728-9B29F787C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E15D41-9191-3873-FB43-D3288CECA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9124E-C18F-44BB-A333-A2519DD29DB0}" type="datetimeFigureOut">
              <a:rPr lang="en-IL" smtClean="0"/>
              <a:t>22/11/2025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53730-8393-7B31-8009-B793DACDC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986D6D-B23C-9DC7-B23F-C5A562807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F0A8C-AC43-4BEA-AF76-0DA46DDD8C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0142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FF98D-0EE7-5528-E7A6-3C32B4BC6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FF71A0-B35F-065A-880D-E3A994A8D4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2F75F-005E-3FF3-1236-49C5B660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9124E-C18F-44BB-A333-A2519DD29DB0}" type="datetimeFigureOut">
              <a:rPr lang="en-IL" smtClean="0"/>
              <a:t>22/11/2025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E5287-B55D-7FA4-337D-57EB3EE24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AA88C-9B9D-2C7B-C807-D03601F35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F0A8C-AC43-4BEA-AF76-0DA46DDD8C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13990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C16242-7052-8A9C-C414-F74424EC6B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757039-1F43-B99A-BEA0-6F8C29B886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5B0A2-ED05-FDF9-A89F-1BCBB7013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9124E-C18F-44BB-A333-A2519DD29DB0}" type="datetimeFigureOut">
              <a:rPr lang="en-IL" smtClean="0"/>
              <a:t>22/11/2025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547DC-39CC-BEEA-681B-2281092C0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4BA22-525F-6881-F6DA-B8F2CD7CD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F0A8C-AC43-4BEA-AF76-0DA46DDD8C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62419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B575F9-B0ED-3E5E-ED03-B98025111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D6111-A9A3-3A51-341C-FBEE405E2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99029-AA63-66AC-7B74-0BA03ABFDA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29124E-C18F-44BB-A333-A2519DD29DB0}" type="datetimeFigureOut">
              <a:rPr lang="en-IL" smtClean="0"/>
              <a:t>22/11/2025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79A63-C65B-4772-E0D0-648FAC981C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0678B-5CE0-0810-1570-411FD4137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9F0A8C-AC43-4BEA-AF76-0DA46DDD8C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9151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4" Type="http://schemas.openxmlformats.org/officeDocument/2006/relationships/customXml" Target="../ink/ink2.xm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8CEA74-F442-B398-72C4-5CEEC6D5D93A}"/>
              </a:ext>
            </a:extLst>
          </p:cNvPr>
          <p:cNvSpPr/>
          <p:nvPr/>
        </p:nvSpPr>
        <p:spPr>
          <a:xfrm>
            <a:off x="1752697" y="78450"/>
            <a:ext cx="8976477" cy="647060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F54AB92-8D7E-6A15-E27C-5D05B86FB87B}"/>
              </a:ext>
            </a:extLst>
          </p:cNvPr>
          <p:cNvSpPr/>
          <p:nvPr/>
        </p:nvSpPr>
        <p:spPr>
          <a:xfrm>
            <a:off x="1903253" y="951145"/>
            <a:ext cx="1333209" cy="59214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600" dirty="0"/>
              <a:t>הרשמה לאתר</a:t>
            </a:r>
            <a:endParaRPr lang="en-IL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F9D9F6-2827-3389-79EA-03DE16C6C80E}"/>
              </a:ext>
            </a:extLst>
          </p:cNvPr>
          <p:cNvSpPr/>
          <p:nvPr/>
        </p:nvSpPr>
        <p:spPr>
          <a:xfrm>
            <a:off x="390889" y="558412"/>
            <a:ext cx="1151725" cy="5584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משתמש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6B6B2E-5E3A-ADF9-C6CB-572D4B5977CF}"/>
              </a:ext>
            </a:extLst>
          </p:cNvPr>
          <p:cNvSpPr/>
          <p:nvPr/>
        </p:nvSpPr>
        <p:spPr>
          <a:xfrm>
            <a:off x="296074" y="3946112"/>
            <a:ext cx="1151725" cy="5584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 err="1"/>
              <a:t>בוט</a:t>
            </a:r>
            <a:endParaRPr lang="en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03DD8B-8485-FBE9-25F1-4FE2286B6256}"/>
              </a:ext>
            </a:extLst>
          </p:cNvPr>
          <p:cNvSpPr/>
          <p:nvPr/>
        </p:nvSpPr>
        <p:spPr>
          <a:xfrm>
            <a:off x="10852974" y="855068"/>
            <a:ext cx="1151725" cy="5584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מנחה</a:t>
            </a:r>
            <a:endParaRPr lang="en-IL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A79C3C1-256F-EBFE-A988-2625AC7534A5}"/>
              </a:ext>
            </a:extLst>
          </p:cNvPr>
          <p:cNvSpPr/>
          <p:nvPr/>
        </p:nvSpPr>
        <p:spPr>
          <a:xfrm>
            <a:off x="1866027" y="301019"/>
            <a:ext cx="1333209" cy="59214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600" dirty="0"/>
              <a:t>כניסה לאתר</a:t>
            </a:r>
            <a:endParaRPr lang="en-IL" sz="16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5FA189A-86AC-82A9-637A-5EE3A7317716}"/>
              </a:ext>
            </a:extLst>
          </p:cNvPr>
          <p:cNvSpPr/>
          <p:nvPr/>
        </p:nvSpPr>
        <p:spPr>
          <a:xfrm>
            <a:off x="3360262" y="3309988"/>
            <a:ext cx="1333209" cy="59214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400" dirty="0"/>
              <a:t>שאלת שאלות</a:t>
            </a:r>
            <a:endParaRPr lang="en-IL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01EE08-EBB9-16FB-2C18-C4392FC7EE36}"/>
              </a:ext>
            </a:extLst>
          </p:cNvPr>
          <p:cNvSpPr/>
          <p:nvPr/>
        </p:nvSpPr>
        <p:spPr>
          <a:xfrm>
            <a:off x="10852974" y="3666906"/>
            <a:ext cx="1151725" cy="5584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חבר צוות</a:t>
            </a:r>
            <a:endParaRPr lang="en-IL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9EDEA3B-9457-8A07-FA55-665AB063BAC9}"/>
              </a:ext>
            </a:extLst>
          </p:cNvPr>
          <p:cNvSpPr/>
          <p:nvPr/>
        </p:nvSpPr>
        <p:spPr>
          <a:xfrm>
            <a:off x="8992764" y="3473787"/>
            <a:ext cx="1333209" cy="59214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400" dirty="0"/>
              <a:t>מענה על שאלות</a:t>
            </a:r>
            <a:endParaRPr lang="en-IL" sz="14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53FE8A4-04C3-95AD-B5C2-0ADF230CF4F6}"/>
              </a:ext>
            </a:extLst>
          </p:cNvPr>
          <p:cNvSpPr/>
          <p:nvPr/>
        </p:nvSpPr>
        <p:spPr>
          <a:xfrm>
            <a:off x="1828797" y="3404998"/>
            <a:ext cx="1407665" cy="79108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200" dirty="0"/>
              <a:t>ניתוח ארכיטקטורת </a:t>
            </a:r>
            <a:r>
              <a:rPr lang="en-US" sz="1200" dirty="0"/>
              <a:t>IOT</a:t>
            </a:r>
            <a:endParaRPr lang="en-IL" sz="12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49D796A-13D5-FB99-9AE6-103D096C491F}"/>
              </a:ext>
            </a:extLst>
          </p:cNvPr>
          <p:cNvSpPr/>
          <p:nvPr/>
        </p:nvSpPr>
        <p:spPr>
          <a:xfrm>
            <a:off x="1791570" y="4260380"/>
            <a:ext cx="1407665" cy="85317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200" dirty="0"/>
              <a:t>זיהוי סתירות בין דיסציפלינות</a:t>
            </a:r>
            <a:endParaRPr lang="en-IL" sz="12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93A27CB-477D-DF1A-2538-54BE22EC7374}"/>
              </a:ext>
            </a:extLst>
          </p:cNvPr>
          <p:cNvSpPr/>
          <p:nvPr/>
        </p:nvSpPr>
        <p:spPr>
          <a:xfrm>
            <a:off x="8966008" y="4421247"/>
            <a:ext cx="1495498" cy="5980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400" dirty="0"/>
              <a:t>יצירת פרויקט </a:t>
            </a:r>
            <a:r>
              <a:rPr lang="en-US" sz="1400" dirty="0"/>
              <a:t>IOT</a:t>
            </a:r>
            <a:endParaRPr lang="en-IL" sz="14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26F4A4D-04D7-F711-B0D8-4AE8A5BC6AFE}"/>
              </a:ext>
            </a:extLst>
          </p:cNvPr>
          <p:cNvSpPr/>
          <p:nvPr/>
        </p:nvSpPr>
        <p:spPr>
          <a:xfrm>
            <a:off x="6737593" y="4134535"/>
            <a:ext cx="1407665" cy="76796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400" dirty="0"/>
              <a:t>הזנת דרישות ספציפיות</a:t>
            </a:r>
            <a:endParaRPr lang="en-IL" sz="14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012BE7C-9683-118A-5532-2D68F8AAA858}"/>
              </a:ext>
            </a:extLst>
          </p:cNvPr>
          <p:cNvCxnSpPr>
            <a:endCxn id="16" idx="6"/>
          </p:cNvCxnSpPr>
          <p:nvPr/>
        </p:nvCxnSpPr>
        <p:spPr>
          <a:xfrm flipH="1" flipV="1">
            <a:off x="8145258" y="4518519"/>
            <a:ext cx="966751" cy="113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2363E5B-2E94-1CBD-04E7-785233B01C8B}"/>
              </a:ext>
            </a:extLst>
          </p:cNvPr>
          <p:cNvSpPr/>
          <p:nvPr/>
        </p:nvSpPr>
        <p:spPr>
          <a:xfrm rot="531993">
            <a:off x="8185342" y="4306509"/>
            <a:ext cx="760255" cy="3238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EXTENDS</a:t>
            </a:r>
            <a:endParaRPr lang="en-IL" sz="11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A8E0898-805A-996D-4A8D-E5FC3C6CDE41}"/>
              </a:ext>
            </a:extLst>
          </p:cNvPr>
          <p:cNvSpPr/>
          <p:nvPr/>
        </p:nvSpPr>
        <p:spPr>
          <a:xfrm>
            <a:off x="8837165" y="196105"/>
            <a:ext cx="1665350" cy="57939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400" dirty="0"/>
              <a:t>צפיה בכל הפרויקטים</a:t>
            </a:r>
            <a:endParaRPr lang="en-IL" sz="140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CB6CB52-D098-3DB2-3AE1-4B2CE026811C}"/>
              </a:ext>
            </a:extLst>
          </p:cNvPr>
          <p:cNvSpPr/>
          <p:nvPr/>
        </p:nvSpPr>
        <p:spPr>
          <a:xfrm>
            <a:off x="8826693" y="877368"/>
            <a:ext cx="1665350" cy="57939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400" dirty="0"/>
              <a:t>מתן משוב לפרויקט</a:t>
            </a:r>
            <a:endParaRPr lang="en-IL" sz="14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D050665-0401-A21D-7F88-7780DD114174}"/>
              </a:ext>
            </a:extLst>
          </p:cNvPr>
          <p:cNvSpPr/>
          <p:nvPr/>
        </p:nvSpPr>
        <p:spPr>
          <a:xfrm>
            <a:off x="8826693" y="1600414"/>
            <a:ext cx="1665350" cy="57939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400" dirty="0"/>
              <a:t>אישור שלבי פרויקט</a:t>
            </a:r>
            <a:endParaRPr lang="en-IL" sz="14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9FA35EB-0E68-DB51-0071-AFD120D795A9}"/>
              </a:ext>
            </a:extLst>
          </p:cNvPr>
          <p:cNvSpPr/>
          <p:nvPr/>
        </p:nvSpPr>
        <p:spPr>
          <a:xfrm>
            <a:off x="8796156" y="2335675"/>
            <a:ext cx="1665350" cy="57939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400" dirty="0"/>
              <a:t>הפקת דוחות</a:t>
            </a:r>
            <a:endParaRPr lang="en-IL" sz="140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13758A3-B8D2-17DA-B9BF-425C121299D5}"/>
              </a:ext>
            </a:extLst>
          </p:cNvPr>
          <p:cNvSpPr/>
          <p:nvPr/>
        </p:nvSpPr>
        <p:spPr>
          <a:xfrm>
            <a:off x="9094850" y="5281956"/>
            <a:ext cx="1407665" cy="76285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400" dirty="0"/>
              <a:t>הוספת נושא לפורום</a:t>
            </a:r>
            <a:endParaRPr lang="en-IL" sz="140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4E3936B-2D95-324F-16DF-ECE732FA9412}"/>
              </a:ext>
            </a:extLst>
          </p:cNvPr>
          <p:cNvSpPr/>
          <p:nvPr/>
        </p:nvSpPr>
        <p:spPr>
          <a:xfrm>
            <a:off x="1918032" y="1591457"/>
            <a:ext cx="1333209" cy="59214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600" dirty="0"/>
              <a:t>יצירת פרופיל</a:t>
            </a:r>
            <a:endParaRPr lang="en-IL" sz="160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9E26FBE-F0AC-CAEF-B52E-C6449B319941}"/>
              </a:ext>
            </a:extLst>
          </p:cNvPr>
          <p:cNvSpPr/>
          <p:nvPr/>
        </p:nvSpPr>
        <p:spPr>
          <a:xfrm>
            <a:off x="1828797" y="5281956"/>
            <a:ext cx="1407665" cy="85317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200" dirty="0"/>
              <a:t>מתן התראות על בעיות ספציפיות</a:t>
            </a:r>
            <a:endParaRPr lang="en-IL" sz="120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A31F98B-2812-0EE0-9C3F-1841B96F8BB0}"/>
              </a:ext>
            </a:extLst>
          </p:cNvPr>
          <p:cNvSpPr/>
          <p:nvPr/>
        </p:nvSpPr>
        <p:spPr>
          <a:xfrm>
            <a:off x="7186248" y="5156508"/>
            <a:ext cx="1704146" cy="71133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400" dirty="0"/>
              <a:t>ניהול הארכיטקטורה</a:t>
            </a:r>
            <a:endParaRPr lang="en-IL" sz="140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90CB9A2-5ECA-EE9B-9BF0-239325049857}"/>
              </a:ext>
            </a:extLst>
          </p:cNvPr>
          <p:cNvSpPr/>
          <p:nvPr/>
        </p:nvSpPr>
        <p:spPr>
          <a:xfrm>
            <a:off x="5067818" y="4926288"/>
            <a:ext cx="1704146" cy="71133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400" dirty="0"/>
              <a:t>יצירת מסמכי דרישות</a:t>
            </a:r>
            <a:endParaRPr lang="en-IL" sz="140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06A47CE-461D-BFE2-D3B1-33A2D5746752}"/>
              </a:ext>
            </a:extLst>
          </p:cNvPr>
          <p:cNvSpPr/>
          <p:nvPr/>
        </p:nvSpPr>
        <p:spPr>
          <a:xfrm>
            <a:off x="4940404" y="4173462"/>
            <a:ext cx="1651187" cy="49557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400" dirty="0"/>
              <a:t>יצירת תוכניות עבודה</a:t>
            </a:r>
            <a:endParaRPr lang="en-IL" sz="140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E2538B9-4863-4898-063E-356AAA42B47E}"/>
              </a:ext>
            </a:extLst>
          </p:cNvPr>
          <p:cNvSpPr/>
          <p:nvPr/>
        </p:nvSpPr>
        <p:spPr>
          <a:xfrm>
            <a:off x="5510157" y="5730892"/>
            <a:ext cx="1461559" cy="65080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400" dirty="0"/>
              <a:t>תיעוד הנדסי</a:t>
            </a:r>
            <a:endParaRPr lang="en-IL" sz="140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4AD7ECB-A4BC-BA8F-2EA2-2045AA2BA4FD}"/>
              </a:ext>
            </a:extLst>
          </p:cNvPr>
          <p:cNvSpPr/>
          <p:nvPr/>
        </p:nvSpPr>
        <p:spPr>
          <a:xfrm>
            <a:off x="5845084" y="3413224"/>
            <a:ext cx="1651187" cy="49557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400" dirty="0"/>
              <a:t>שיתוף פתרונות</a:t>
            </a:r>
            <a:endParaRPr lang="en-IL" sz="140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E468478-BACC-49E2-949F-9B44A36741DF}"/>
              </a:ext>
            </a:extLst>
          </p:cNvPr>
          <p:cNvSpPr/>
          <p:nvPr/>
        </p:nvSpPr>
        <p:spPr>
          <a:xfrm>
            <a:off x="7651870" y="3358278"/>
            <a:ext cx="1185295" cy="49557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400" dirty="0"/>
              <a:t>ביצוע בוחן </a:t>
            </a:r>
            <a:endParaRPr lang="en-IL" sz="140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DE11B96-D1EB-9830-602E-8273D9F852B6}"/>
              </a:ext>
            </a:extLst>
          </p:cNvPr>
          <p:cNvSpPr/>
          <p:nvPr/>
        </p:nvSpPr>
        <p:spPr>
          <a:xfrm>
            <a:off x="3236462" y="4095241"/>
            <a:ext cx="1333209" cy="59214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400" dirty="0"/>
              <a:t>יצירת בחנים</a:t>
            </a:r>
            <a:endParaRPr lang="en-IL" sz="140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51EBFBF-621B-B161-812C-9ED322F4B1C3}"/>
              </a:ext>
            </a:extLst>
          </p:cNvPr>
          <p:cNvSpPr/>
          <p:nvPr/>
        </p:nvSpPr>
        <p:spPr>
          <a:xfrm>
            <a:off x="3251241" y="5034654"/>
            <a:ext cx="1252073" cy="6738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400" dirty="0"/>
              <a:t>יצירת מילון מושגים</a:t>
            </a:r>
            <a:endParaRPr lang="en-IL" sz="140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1ADE019-23D5-7EA5-2AB1-3027485672D4}"/>
              </a:ext>
            </a:extLst>
          </p:cNvPr>
          <p:cNvSpPr/>
          <p:nvPr/>
        </p:nvSpPr>
        <p:spPr>
          <a:xfrm>
            <a:off x="6591591" y="278408"/>
            <a:ext cx="2020174" cy="59896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400" dirty="0"/>
              <a:t>עדכון שאלות+</a:t>
            </a:r>
          </a:p>
          <a:p>
            <a:pPr algn="ctr"/>
            <a:r>
              <a:rPr lang="he-IL" sz="1400" dirty="0" err="1"/>
              <a:t>פרומפטים</a:t>
            </a:r>
            <a:endParaRPr lang="en-IL" sz="140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E6ADC33-6EB9-64C8-7DD5-C7D5CF868ABC}"/>
              </a:ext>
            </a:extLst>
          </p:cNvPr>
          <p:cNvSpPr/>
          <p:nvPr/>
        </p:nvSpPr>
        <p:spPr>
          <a:xfrm>
            <a:off x="6240936" y="969998"/>
            <a:ext cx="2020174" cy="59896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400" dirty="0"/>
              <a:t>ניהול ספרית </a:t>
            </a:r>
            <a:r>
              <a:rPr lang="he-IL" sz="1400" dirty="0" err="1"/>
              <a:t>פרומפטים</a:t>
            </a:r>
            <a:endParaRPr lang="en-IL" sz="140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2954950-F711-FEDC-62FB-3C2273218227}"/>
              </a:ext>
            </a:extLst>
          </p:cNvPr>
          <p:cNvSpPr/>
          <p:nvPr/>
        </p:nvSpPr>
        <p:spPr>
          <a:xfrm>
            <a:off x="6591591" y="1784759"/>
            <a:ext cx="2133920" cy="65996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400" dirty="0"/>
              <a:t>שידור שאלות קבוצתיות לכלל הצוותים</a:t>
            </a:r>
            <a:endParaRPr lang="en-IL" sz="140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54B5FC0-F3F8-96B6-599E-C4E8818C4E8A}"/>
              </a:ext>
            </a:extLst>
          </p:cNvPr>
          <p:cNvSpPr/>
          <p:nvPr/>
        </p:nvSpPr>
        <p:spPr>
          <a:xfrm>
            <a:off x="7601679" y="5924477"/>
            <a:ext cx="1364330" cy="62835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400" dirty="0"/>
              <a:t>ניהול יומן למידה</a:t>
            </a:r>
            <a:endParaRPr lang="en-IL" sz="14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BCD5D0F-5F00-E8BA-7989-D4675861A17D}"/>
              </a:ext>
            </a:extLst>
          </p:cNvPr>
          <p:cNvSpPr/>
          <p:nvPr/>
        </p:nvSpPr>
        <p:spPr>
          <a:xfrm>
            <a:off x="3544957" y="775496"/>
            <a:ext cx="2055453" cy="49557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Translate to English</a:t>
            </a:r>
            <a:endParaRPr lang="en-IL" b="1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DB4A85B-CA5A-C92D-2B83-25F4966002C8}"/>
              </a:ext>
            </a:extLst>
          </p:cNvPr>
          <p:cNvSpPr/>
          <p:nvPr/>
        </p:nvSpPr>
        <p:spPr>
          <a:xfrm>
            <a:off x="6004072" y="2770185"/>
            <a:ext cx="1333209" cy="59214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400" dirty="0"/>
              <a:t>צפיה במילון מושגים</a:t>
            </a:r>
            <a:endParaRPr lang="en-IL" sz="14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AE5B712-24C4-1703-B64C-33A1CD07D545}"/>
              </a:ext>
            </a:extLst>
          </p:cNvPr>
          <p:cNvGrpSpPr/>
          <p:nvPr/>
        </p:nvGrpSpPr>
        <p:grpSpPr>
          <a:xfrm>
            <a:off x="1721995" y="105955"/>
            <a:ext cx="9069120" cy="6258240"/>
            <a:chOff x="1721995" y="105955"/>
            <a:chExt cx="9069120" cy="625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C7E1289-D985-66DF-6434-2D3446148176}"/>
                    </a:ext>
                  </a:extLst>
                </p14:cNvPr>
                <p14:cNvContentPartPr/>
                <p14:nvPr/>
              </p14:nvContentPartPr>
              <p14:xfrm>
                <a:off x="1721995" y="105955"/>
                <a:ext cx="1963080" cy="2580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C7E1289-D985-66DF-6434-2D344614817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715875" y="99835"/>
                  <a:ext cx="1975320" cy="259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A75950B-D797-A539-80FB-4E419A86B055}"/>
                    </a:ext>
                  </a:extLst>
                </p14:cNvPr>
                <p14:cNvContentPartPr/>
                <p14:nvPr/>
              </p14:nvContentPartPr>
              <p14:xfrm>
                <a:off x="1762675" y="3119515"/>
                <a:ext cx="3328200" cy="3244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A75950B-D797-A539-80FB-4E419A86B05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56555" y="3113395"/>
                  <a:ext cx="3340440" cy="325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5702CAA-B17A-DE60-D01D-EF4805357202}"/>
                    </a:ext>
                  </a:extLst>
                </p14:cNvPr>
                <p14:cNvContentPartPr/>
                <p14:nvPr/>
              </p14:nvContentPartPr>
              <p14:xfrm>
                <a:off x="4976035" y="2289715"/>
                <a:ext cx="5815080" cy="1266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5702CAA-B17A-DE60-D01D-EF480535720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969915" y="2283595"/>
                  <a:ext cx="5827320" cy="12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EEDB904-EE00-6BBE-489E-355CF6F691B7}"/>
                    </a:ext>
                  </a:extLst>
                </p14:cNvPr>
                <p14:cNvContentPartPr/>
                <p14:nvPr/>
              </p14:nvContentPartPr>
              <p14:xfrm>
                <a:off x="6052075" y="174355"/>
                <a:ext cx="51480" cy="2131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EEDB904-EE00-6BBE-489E-355CF6F691B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045955" y="168235"/>
                  <a:ext cx="63720" cy="2143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35508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65528-A4EC-3A52-BBEC-DC5BE603B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F7E0B8-113D-4A85-F59E-C92AC6ECD166}"/>
              </a:ext>
            </a:extLst>
          </p:cNvPr>
          <p:cNvSpPr/>
          <p:nvPr/>
        </p:nvSpPr>
        <p:spPr>
          <a:xfrm>
            <a:off x="1532191" y="74687"/>
            <a:ext cx="9212010" cy="658720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02D8711-64C8-5FFC-650B-427D1A0E7117}"/>
              </a:ext>
            </a:extLst>
          </p:cNvPr>
          <p:cNvSpPr/>
          <p:nvPr/>
        </p:nvSpPr>
        <p:spPr>
          <a:xfrm>
            <a:off x="1903253" y="951145"/>
            <a:ext cx="1333209" cy="59214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Register</a:t>
            </a:r>
            <a:endParaRPr lang="en-IL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89B384-BAA6-E6E7-105F-8F6CC2764E3D}"/>
              </a:ext>
            </a:extLst>
          </p:cNvPr>
          <p:cNvSpPr/>
          <p:nvPr/>
        </p:nvSpPr>
        <p:spPr>
          <a:xfrm>
            <a:off x="192138" y="496290"/>
            <a:ext cx="1151725" cy="5584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5749DF-0440-0861-1F66-E1FD558A0E3B}"/>
              </a:ext>
            </a:extLst>
          </p:cNvPr>
          <p:cNvSpPr/>
          <p:nvPr/>
        </p:nvSpPr>
        <p:spPr>
          <a:xfrm>
            <a:off x="296074" y="3946112"/>
            <a:ext cx="1151725" cy="5584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Bot</a:t>
            </a:r>
            <a:endParaRPr lang="en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B981B0-CD88-00D0-8BD5-E33174839B34}"/>
              </a:ext>
            </a:extLst>
          </p:cNvPr>
          <p:cNvSpPr/>
          <p:nvPr/>
        </p:nvSpPr>
        <p:spPr>
          <a:xfrm>
            <a:off x="10852974" y="855068"/>
            <a:ext cx="1151725" cy="5584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Mentor</a:t>
            </a:r>
            <a:endParaRPr lang="en-IL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5527D35-22FE-6476-69E9-DCAB05F0FA38}"/>
              </a:ext>
            </a:extLst>
          </p:cNvPr>
          <p:cNvSpPr/>
          <p:nvPr/>
        </p:nvSpPr>
        <p:spPr>
          <a:xfrm>
            <a:off x="1866027" y="301019"/>
            <a:ext cx="1333209" cy="59214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Login</a:t>
            </a:r>
            <a:endParaRPr lang="en-IL" sz="16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F51071-69E6-93BC-2E53-1574FDD5E877}"/>
              </a:ext>
            </a:extLst>
          </p:cNvPr>
          <p:cNvSpPr/>
          <p:nvPr/>
        </p:nvSpPr>
        <p:spPr>
          <a:xfrm>
            <a:off x="3360262" y="3309988"/>
            <a:ext cx="1333209" cy="59214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Ask guiding questions</a:t>
            </a:r>
            <a:endParaRPr lang="en-IL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9AE758-721C-2B2A-8D74-B9CBE4A2E0F9}"/>
              </a:ext>
            </a:extLst>
          </p:cNvPr>
          <p:cNvSpPr/>
          <p:nvPr/>
        </p:nvSpPr>
        <p:spPr>
          <a:xfrm>
            <a:off x="10852974" y="3666906"/>
            <a:ext cx="1151725" cy="5584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Member</a:t>
            </a:r>
            <a:endParaRPr lang="en-IL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E9D337F-917D-D558-EFA2-C31521D55D7D}"/>
              </a:ext>
            </a:extLst>
          </p:cNvPr>
          <p:cNvSpPr/>
          <p:nvPr/>
        </p:nvSpPr>
        <p:spPr>
          <a:xfrm>
            <a:off x="8966008" y="3249637"/>
            <a:ext cx="1359965" cy="81629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Respond to questions</a:t>
            </a:r>
            <a:endParaRPr lang="en-IL" sz="14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63FA154-79B7-ED3B-5801-08C06A0C1EB9}"/>
              </a:ext>
            </a:extLst>
          </p:cNvPr>
          <p:cNvSpPr/>
          <p:nvPr/>
        </p:nvSpPr>
        <p:spPr>
          <a:xfrm>
            <a:off x="1828797" y="3404998"/>
            <a:ext cx="1407665" cy="79108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Analyze IoT Architecture </a:t>
            </a:r>
            <a:endParaRPr lang="en-IL" sz="12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103427E-CED0-AA31-4750-C4D60E61F9C8}"/>
              </a:ext>
            </a:extLst>
          </p:cNvPr>
          <p:cNvSpPr/>
          <p:nvPr/>
        </p:nvSpPr>
        <p:spPr>
          <a:xfrm>
            <a:off x="1791570" y="4260380"/>
            <a:ext cx="1407665" cy="85317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Identify cross-disciplinary issues</a:t>
            </a:r>
            <a:endParaRPr lang="en-IL" sz="12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1D889D2-19AC-F4CF-BF62-8CE0B7EA2976}"/>
              </a:ext>
            </a:extLst>
          </p:cNvPr>
          <p:cNvSpPr/>
          <p:nvPr/>
        </p:nvSpPr>
        <p:spPr>
          <a:xfrm>
            <a:off x="8966008" y="4421247"/>
            <a:ext cx="1495498" cy="5980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Create IoT project</a:t>
            </a:r>
            <a:endParaRPr lang="en-IL" sz="14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C8767D0-A986-9C93-B571-A7C3F5126D29}"/>
              </a:ext>
            </a:extLst>
          </p:cNvPr>
          <p:cNvSpPr/>
          <p:nvPr/>
        </p:nvSpPr>
        <p:spPr>
          <a:xfrm>
            <a:off x="6737593" y="4134535"/>
            <a:ext cx="1407665" cy="76796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Adding specific requirements</a:t>
            </a:r>
            <a:endParaRPr lang="en-IL" sz="14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6DB2CF3-8041-B9A0-108A-2D3016466535}"/>
              </a:ext>
            </a:extLst>
          </p:cNvPr>
          <p:cNvCxnSpPr>
            <a:endCxn id="16" idx="6"/>
          </p:cNvCxnSpPr>
          <p:nvPr/>
        </p:nvCxnSpPr>
        <p:spPr>
          <a:xfrm flipH="1" flipV="1">
            <a:off x="8145258" y="4518519"/>
            <a:ext cx="966751" cy="113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3013D40-A256-E5EC-0FEB-601B1E409E49}"/>
              </a:ext>
            </a:extLst>
          </p:cNvPr>
          <p:cNvSpPr/>
          <p:nvPr/>
        </p:nvSpPr>
        <p:spPr>
          <a:xfrm rot="531993">
            <a:off x="8185342" y="4306509"/>
            <a:ext cx="760255" cy="3238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EXTENDS</a:t>
            </a:r>
            <a:endParaRPr lang="en-IL" sz="11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13B3B9C-B0C0-32DB-CC09-FB9D9D9B0E22}"/>
              </a:ext>
            </a:extLst>
          </p:cNvPr>
          <p:cNvSpPr/>
          <p:nvPr/>
        </p:nvSpPr>
        <p:spPr>
          <a:xfrm>
            <a:off x="8837165" y="196105"/>
            <a:ext cx="1665350" cy="57939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View all projects</a:t>
            </a:r>
            <a:endParaRPr lang="en-IL" sz="140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6F8031F-6294-E07F-975B-6E5824533D41}"/>
              </a:ext>
            </a:extLst>
          </p:cNvPr>
          <p:cNvSpPr/>
          <p:nvPr/>
        </p:nvSpPr>
        <p:spPr>
          <a:xfrm>
            <a:off x="8826693" y="877368"/>
            <a:ext cx="1665350" cy="57939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Provide project feedback</a:t>
            </a:r>
            <a:endParaRPr lang="en-IL" sz="14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72594F6-E735-21D6-C636-134C557BBA89}"/>
              </a:ext>
            </a:extLst>
          </p:cNvPr>
          <p:cNvSpPr/>
          <p:nvPr/>
        </p:nvSpPr>
        <p:spPr>
          <a:xfrm>
            <a:off x="8826693" y="1600414"/>
            <a:ext cx="1665350" cy="57939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Approve project milestones</a:t>
            </a:r>
            <a:endParaRPr lang="en-IL" sz="14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DA65843-64F1-4B58-5A86-BE0817539C32}"/>
              </a:ext>
            </a:extLst>
          </p:cNvPr>
          <p:cNvSpPr/>
          <p:nvPr/>
        </p:nvSpPr>
        <p:spPr>
          <a:xfrm>
            <a:off x="8796156" y="2335675"/>
            <a:ext cx="1665350" cy="57939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Generate reports</a:t>
            </a:r>
            <a:endParaRPr lang="en-IL" sz="140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EB28425-FCC3-47A7-C55F-CF9814B99BC8}"/>
              </a:ext>
            </a:extLst>
          </p:cNvPr>
          <p:cNvSpPr/>
          <p:nvPr/>
        </p:nvSpPr>
        <p:spPr>
          <a:xfrm>
            <a:off x="9094850" y="5281956"/>
            <a:ext cx="1407665" cy="76285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Add forum topics</a:t>
            </a:r>
            <a:endParaRPr lang="en-IL" sz="140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CFFD3FB-D3D7-4226-2FA0-296370598E8F}"/>
              </a:ext>
            </a:extLst>
          </p:cNvPr>
          <p:cNvSpPr/>
          <p:nvPr/>
        </p:nvSpPr>
        <p:spPr>
          <a:xfrm>
            <a:off x="3502486" y="998841"/>
            <a:ext cx="1333209" cy="59214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Create Profile</a:t>
            </a:r>
            <a:endParaRPr lang="en-IL" sz="160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0756CCC-2C9C-CBB8-D26C-6EDEC7BA71DE}"/>
              </a:ext>
            </a:extLst>
          </p:cNvPr>
          <p:cNvSpPr/>
          <p:nvPr/>
        </p:nvSpPr>
        <p:spPr>
          <a:xfrm>
            <a:off x="1828797" y="5281956"/>
            <a:ext cx="1407665" cy="85317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Provide insights on specific problems</a:t>
            </a:r>
            <a:endParaRPr lang="en-IL" sz="120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CC6B968-7129-AE7F-B2E5-FCD1918CF93F}"/>
              </a:ext>
            </a:extLst>
          </p:cNvPr>
          <p:cNvSpPr/>
          <p:nvPr/>
        </p:nvSpPr>
        <p:spPr>
          <a:xfrm>
            <a:off x="7217410" y="5091359"/>
            <a:ext cx="1704146" cy="71133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Manage architecture</a:t>
            </a:r>
            <a:endParaRPr lang="en-IL" sz="140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28EF6EB-2D42-271E-34C0-219FCDB6FF4D}"/>
              </a:ext>
            </a:extLst>
          </p:cNvPr>
          <p:cNvSpPr/>
          <p:nvPr/>
        </p:nvSpPr>
        <p:spPr>
          <a:xfrm>
            <a:off x="5067818" y="4926288"/>
            <a:ext cx="1704146" cy="71133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Generate requirements document</a:t>
            </a:r>
            <a:endParaRPr lang="en-IL" sz="140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DAC5933-B980-78EB-1BF0-11B3051A651E}"/>
              </a:ext>
            </a:extLst>
          </p:cNvPr>
          <p:cNvSpPr/>
          <p:nvPr/>
        </p:nvSpPr>
        <p:spPr>
          <a:xfrm>
            <a:off x="4940404" y="4173462"/>
            <a:ext cx="1651187" cy="49557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Generate work plans</a:t>
            </a:r>
            <a:endParaRPr lang="en-IL" sz="140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035A998-E5BC-FED7-45AA-D087E08C7107}"/>
              </a:ext>
            </a:extLst>
          </p:cNvPr>
          <p:cNvSpPr/>
          <p:nvPr/>
        </p:nvSpPr>
        <p:spPr>
          <a:xfrm>
            <a:off x="4977423" y="5730892"/>
            <a:ext cx="1994293" cy="65080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Produce engineering documentation</a:t>
            </a:r>
            <a:endParaRPr lang="en-IL" sz="140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1408E2A-618C-9635-2BC2-70E99E862E90}"/>
              </a:ext>
            </a:extLst>
          </p:cNvPr>
          <p:cNvSpPr/>
          <p:nvPr/>
        </p:nvSpPr>
        <p:spPr>
          <a:xfrm>
            <a:off x="5097290" y="3358277"/>
            <a:ext cx="1651187" cy="49557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Share solutions</a:t>
            </a:r>
            <a:endParaRPr lang="en-IL" sz="140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2422C58-3A38-BFEF-6083-135468F4F223}"/>
              </a:ext>
            </a:extLst>
          </p:cNvPr>
          <p:cNvSpPr/>
          <p:nvPr/>
        </p:nvSpPr>
        <p:spPr>
          <a:xfrm>
            <a:off x="7651870" y="3358278"/>
            <a:ext cx="1185295" cy="49557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Perform quiz</a:t>
            </a:r>
            <a:endParaRPr lang="en-IL" sz="140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0653878-F131-E5B8-5ECC-30F2DA872075}"/>
              </a:ext>
            </a:extLst>
          </p:cNvPr>
          <p:cNvSpPr/>
          <p:nvPr/>
        </p:nvSpPr>
        <p:spPr>
          <a:xfrm>
            <a:off x="3236462" y="4095241"/>
            <a:ext cx="1333209" cy="59214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Generate quizzes</a:t>
            </a:r>
            <a:endParaRPr lang="en-IL" sz="140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D864E99-336E-13EB-5F21-EF03DB3C2BCD}"/>
              </a:ext>
            </a:extLst>
          </p:cNvPr>
          <p:cNvSpPr/>
          <p:nvPr/>
        </p:nvSpPr>
        <p:spPr>
          <a:xfrm>
            <a:off x="3374372" y="2184876"/>
            <a:ext cx="1304332" cy="86749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Create practice questions</a:t>
            </a:r>
            <a:endParaRPr lang="en-IL" sz="140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F60E49D-C87A-C058-2607-7CDDB1FE63AA}"/>
              </a:ext>
            </a:extLst>
          </p:cNvPr>
          <p:cNvSpPr/>
          <p:nvPr/>
        </p:nvSpPr>
        <p:spPr>
          <a:xfrm>
            <a:off x="6591591" y="278408"/>
            <a:ext cx="2020174" cy="59896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Update questions + prompts</a:t>
            </a:r>
            <a:endParaRPr lang="en-IL" sz="140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AB23657-989B-5092-B5AB-4FAFAAA4B856}"/>
              </a:ext>
            </a:extLst>
          </p:cNvPr>
          <p:cNvSpPr/>
          <p:nvPr/>
        </p:nvSpPr>
        <p:spPr>
          <a:xfrm>
            <a:off x="6240936" y="969998"/>
            <a:ext cx="2020174" cy="59896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Manage prompts library</a:t>
            </a:r>
            <a:endParaRPr lang="en-IL" sz="140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E39AE72-942B-A7B5-1E85-DC54CF8C5BAA}"/>
              </a:ext>
            </a:extLst>
          </p:cNvPr>
          <p:cNvSpPr/>
          <p:nvPr/>
        </p:nvSpPr>
        <p:spPr>
          <a:xfrm>
            <a:off x="6591591" y="1784759"/>
            <a:ext cx="2133920" cy="65996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Broadcast global announcements to all teams</a:t>
            </a:r>
            <a:endParaRPr lang="en-IL" sz="140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0AA18D9-985D-AC45-2970-2BD74DDF51A7}"/>
              </a:ext>
            </a:extLst>
          </p:cNvPr>
          <p:cNvSpPr/>
          <p:nvPr/>
        </p:nvSpPr>
        <p:spPr>
          <a:xfrm>
            <a:off x="7601679" y="5924477"/>
            <a:ext cx="1364330" cy="62835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Manage learning journal</a:t>
            </a:r>
            <a:endParaRPr lang="en-IL" sz="14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EB348D7-A883-02DB-BA17-6B20BB8EB66B}"/>
              </a:ext>
            </a:extLst>
          </p:cNvPr>
          <p:cNvSpPr/>
          <p:nvPr/>
        </p:nvSpPr>
        <p:spPr>
          <a:xfrm>
            <a:off x="5775253" y="2563731"/>
            <a:ext cx="1492199" cy="65996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View concepts dictionary</a:t>
            </a:r>
            <a:endParaRPr lang="en-IL" sz="14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60FC910-1F15-991D-D30D-0827F569F47C}"/>
              </a:ext>
            </a:extLst>
          </p:cNvPr>
          <p:cNvSpPr/>
          <p:nvPr/>
        </p:nvSpPr>
        <p:spPr>
          <a:xfrm>
            <a:off x="3349792" y="281813"/>
            <a:ext cx="1333209" cy="59214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Edit Profile</a:t>
            </a:r>
            <a:endParaRPr lang="en-IL" sz="16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B2D374B-52ED-1575-1DF8-7263D7A3C3F2}"/>
              </a:ext>
            </a:extLst>
          </p:cNvPr>
          <p:cNvSpPr/>
          <p:nvPr/>
        </p:nvSpPr>
        <p:spPr>
          <a:xfrm>
            <a:off x="3271039" y="5281276"/>
            <a:ext cx="1407665" cy="99833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Create a terminology dictionary</a:t>
            </a:r>
            <a:endParaRPr lang="en-IL" sz="1400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5DF0DDD-A348-D9B3-3951-6A756C9C294A}"/>
              </a:ext>
            </a:extLst>
          </p:cNvPr>
          <p:cNvCxnSpPr>
            <a:stCxn id="6" idx="3"/>
            <a:endCxn id="9" idx="2"/>
          </p:cNvCxnSpPr>
          <p:nvPr/>
        </p:nvCxnSpPr>
        <p:spPr>
          <a:xfrm flipV="1">
            <a:off x="1343863" y="597094"/>
            <a:ext cx="522164" cy="1784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8E33C2B-681A-5DAA-E72A-D6F40A37E9E5}"/>
              </a:ext>
            </a:extLst>
          </p:cNvPr>
          <p:cNvCxnSpPr>
            <a:cxnSpLocks/>
            <a:stCxn id="6" idx="3"/>
            <a:endCxn id="5" idx="2"/>
          </p:cNvCxnSpPr>
          <p:nvPr/>
        </p:nvCxnSpPr>
        <p:spPr>
          <a:xfrm>
            <a:off x="1343863" y="775496"/>
            <a:ext cx="559390" cy="4717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Curved 63">
            <a:extLst>
              <a:ext uri="{FF2B5EF4-FFF2-40B4-BE49-F238E27FC236}">
                <a16:creationId xmlns:a16="http://schemas.microsoft.com/office/drawing/2014/main" id="{C7AD14A0-898E-EF18-CB60-0D129FBA944B}"/>
              </a:ext>
            </a:extLst>
          </p:cNvPr>
          <p:cNvCxnSpPr>
            <a:stCxn id="6" idx="2"/>
          </p:cNvCxnSpPr>
          <p:nvPr/>
        </p:nvCxnSpPr>
        <p:spPr>
          <a:xfrm rot="16200000" flipH="1">
            <a:off x="2187073" y="-364371"/>
            <a:ext cx="562945" cy="340108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Curved 64">
            <a:extLst>
              <a:ext uri="{FF2B5EF4-FFF2-40B4-BE49-F238E27FC236}">
                <a16:creationId xmlns:a16="http://schemas.microsoft.com/office/drawing/2014/main" id="{CAA1876F-7297-625C-2A25-C045FB11D60D}"/>
              </a:ext>
            </a:extLst>
          </p:cNvPr>
          <p:cNvCxnSpPr>
            <a:cxnSpLocks/>
            <a:stCxn id="6" idx="0"/>
            <a:endCxn id="2" idx="0"/>
          </p:cNvCxnSpPr>
          <p:nvPr/>
        </p:nvCxnSpPr>
        <p:spPr>
          <a:xfrm rot="5400000" flipH="1" flipV="1">
            <a:off x="2284961" y="-1235146"/>
            <a:ext cx="214477" cy="3248396"/>
          </a:xfrm>
          <a:prstGeom prst="curvedConnector3">
            <a:avLst>
              <a:gd name="adj1" fmla="val 15097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Curved 68">
            <a:extLst>
              <a:ext uri="{FF2B5EF4-FFF2-40B4-BE49-F238E27FC236}">
                <a16:creationId xmlns:a16="http://schemas.microsoft.com/office/drawing/2014/main" id="{17760662-35E2-C2AA-8881-FC216BDEF672}"/>
              </a:ext>
            </a:extLst>
          </p:cNvPr>
          <p:cNvCxnSpPr>
            <a:cxnSpLocks/>
            <a:stCxn id="7" idx="0"/>
            <a:endCxn id="37" idx="1"/>
          </p:cNvCxnSpPr>
          <p:nvPr/>
        </p:nvCxnSpPr>
        <p:spPr>
          <a:xfrm rot="5400000" flipH="1" flipV="1">
            <a:off x="1401565" y="1782290"/>
            <a:ext cx="1634195" cy="2693450"/>
          </a:xfrm>
          <a:prstGeom prst="curvedConnector3">
            <a:avLst>
              <a:gd name="adj1" fmla="val 121762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73" name="Connector: Curved 72">
            <a:extLst>
              <a:ext uri="{FF2B5EF4-FFF2-40B4-BE49-F238E27FC236}">
                <a16:creationId xmlns:a16="http://schemas.microsoft.com/office/drawing/2014/main" id="{1AA235F8-8AE4-4CE0-8369-295847AE9BDF}"/>
              </a:ext>
            </a:extLst>
          </p:cNvPr>
          <p:cNvCxnSpPr>
            <a:cxnSpLocks/>
            <a:stCxn id="7" idx="0"/>
            <a:endCxn id="10" idx="0"/>
          </p:cNvCxnSpPr>
          <p:nvPr/>
        </p:nvCxnSpPr>
        <p:spPr>
          <a:xfrm rot="5400000" flipH="1" flipV="1">
            <a:off x="2131340" y="2050585"/>
            <a:ext cx="636124" cy="3154930"/>
          </a:xfrm>
          <a:prstGeom prst="curvedConnector3">
            <a:avLst>
              <a:gd name="adj1" fmla="val 135936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79" name="Connector: Curved 78">
            <a:extLst>
              <a:ext uri="{FF2B5EF4-FFF2-40B4-BE49-F238E27FC236}">
                <a16:creationId xmlns:a16="http://schemas.microsoft.com/office/drawing/2014/main" id="{3F900C20-E01D-8D35-EB22-FD07E7A1CCE7}"/>
              </a:ext>
            </a:extLst>
          </p:cNvPr>
          <p:cNvCxnSpPr>
            <a:cxnSpLocks/>
            <a:stCxn id="7" idx="0"/>
            <a:endCxn id="13" idx="0"/>
          </p:cNvCxnSpPr>
          <p:nvPr/>
        </p:nvCxnSpPr>
        <p:spPr>
          <a:xfrm rot="5400000" flipH="1" flipV="1">
            <a:off x="1431726" y="2845209"/>
            <a:ext cx="541114" cy="1660693"/>
          </a:xfrm>
          <a:prstGeom prst="curvedConnector3">
            <a:avLst>
              <a:gd name="adj1" fmla="val 87142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3" name="Connector: Curved 82">
            <a:extLst>
              <a:ext uri="{FF2B5EF4-FFF2-40B4-BE49-F238E27FC236}">
                <a16:creationId xmlns:a16="http://schemas.microsoft.com/office/drawing/2014/main" id="{0657CFA2-966E-CF96-EA77-3BA071D64F73}"/>
              </a:ext>
            </a:extLst>
          </p:cNvPr>
          <p:cNvCxnSpPr>
            <a:cxnSpLocks/>
            <a:stCxn id="7" idx="2"/>
            <a:endCxn id="28" idx="4"/>
          </p:cNvCxnSpPr>
          <p:nvPr/>
        </p:nvCxnSpPr>
        <p:spPr>
          <a:xfrm rot="16200000" flipH="1">
            <a:off x="886981" y="4489479"/>
            <a:ext cx="1630604" cy="1660693"/>
          </a:xfrm>
          <a:prstGeom prst="curvedConnector3">
            <a:avLst>
              <a:gd name="adj1" fmla="val 114019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6" name="Connector: Curved 85">
            <a:extLst>
              <a:ext uri="{FF2B5EF4-FFF2-40B4-BE49-F238E27FC236}">
                <a16:creationId xmlns:a16="http://schemas.microsoft.com/office/drawing/2014/main" id="{8BE80A63-5586-327A-20C9-90C498230B07}"/>
              </a:ext>
            </a:extLst>
          </p:cNvPr>
          <p:cNvCxnSpPr>
            <a:cxnSpLocks/>
            <a:stCxn id="7" idx="2"/>
            <a:endCxn id="3" idx="4"/>
          </p:cNvCxnSpPr>
          <p:nvPr/>
        </p:nvCxnSpPr>
        <p:spPr>
          <a:xfrm rot="16200000" flipH="1">
            <a:off x="1535859" y="3840601"/>
            <a:ext cx="1775090" cy="3102935"/>
          </a:xfrm>
          <a:prstGeom prst="curvedConnector3">
            <a:avLst>
              <a:gd name="adj1" fmla="val 109518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91" name="Connector: Curved 90">
            <a:extLst>
              <a:ext uri="{FF2B5EF4-FFF2-40B4-BE49-F238E27FC236}">
                <a16:creationId xmlns:a16="http://schemas.microsoft.com/office/drawing/2014/main" id="{40DB853C-6557-7307-03C3-262D100B9D5C}"/>
              </a:ext>
            </a:extLst>
          </p:cNvPr>
          <p:cNvCxnSpPr>
            <a:cxnSpLocks/>
            <a:stCxn id="7" idx="3"/>
            <a:endCxn id="36" idx="1"/>
          </p:cNvCxnSpPr>
          <p:nvPr/>
        </p:nvCxnSpPr>
        <p:spPr>
          <a:xfrm flipV="1">
            <a:off x="1447799" y="4181959"/>
            <a:ext cx="1983907" cy="43359"/>
          </a:xfrm>
          <a:prstGeom prst="curvedConnector4">
            <a:avLst>
              <a:gd name="adj1" fmla="val 45079"/>
              <a:gd name="adj2" fmla="val 70869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95" name="Connector: Curved 94">
            <a:extLst>
              <a:ext uri="{FF2B5EF4-FFF2-40B4-BE49-F238E27FC236}">
                <a16:creationId xmlns:a16="http://schemas.microsoft.com/office/drawing/2014/main" id="{ED334E7A-B798-FC78-AAB8-B26CBD384F85}"/>
              </a:ext>
            </a:extLst>
          </p:cNvPr>
          <p:cNvCxnSpPr>
            <a:cxnSpLocks/>
            <a:stCxn id="7" idx="3"/>
            <a:endCxn id="14" idx="2"/>
          </p:cNvCxnSpPr>
          <p:nvPr/>
        </p:nvCxnSpPr>
        <p:spPr>
          <a:xfrm>
            <a:off x="1447799" y="4225318"/>
            <a:ext cx="343771" cy="46164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05" name="Connector: Curved 104">
            <a:extLst>
              <a:ext uri="{FF2B5EF4-FFF2-40B4-BE49-F238E27FC236}">
                <a16:creationId xmlns:a16="http://schemas.microsoft.com/office/drawing/2014/main" id="{DD2B6A59-7896-AC84-BCC8-5259CED09835}"/>
              </a:ext>
            </a:extLst>
          </p:cNvPr>
          <p:cNvCxnSpPr>
            <a:cxnSpLocks/>
            <a:stCxn id="8" idx="2"/>
            <a:endCxn id="23" idx="6"/>
          </p:cNvCxnSpPr>
          <p:nvPr/>
        </p:nvCxnSpPr>
        <p:spPr>
          <a:xfrm rot="5400000">
            <a:off x="10339227" y="1535760"/>
            <a:ext cx="1211891" cy="96733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8" name="Connector: Curved 107">
            <a:extLst>
              <a:ext uri="{FF2B5EF4-FFF2-40B4-BE49-F238E27FC236}">
                <a16:creationId xmlns:a16="http://schemas.microsoft.com/office/drawing/2014/main" id="{1BBFF182-A78D-284C-A05F-347FBE99F388}"/>
              </a:ext>
            </a:extLst>
          </p:cNvPr>
          <p:cNvCxnSpPr>
            <a:cxnSpLocks/>
            <a:stCxn id="8" idx="2"/>
          </p:cNvCxnSpPr>
          <p:nvPr/>
        </p:nvCxnSpPr>
        <p:spPr>
          <a:xfrm rot="5400000">
            <a:off x="9293853" y="264886"/>
            <a:ext cx="986391" cy="328357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1" name="Connector: Curved 110">
            <a:extLst>
              <a:ext uri="{FF2B5EF4-FFF2-40B4-BE49-F238E27FC236}">
                <a16:creationId xmlns:a16="http://schemas.microsoft.com/office/drawing/2014/main" id="{1C25A201-2501-0D1F-ED75-3575681C47A6}"/>
              </a:ext>
            </a:extLst>
          </p:cNvPr>
          <p:cNvCxnSpPr>
            <a:cxnSpLocks/>
            <a:stCxn id="8" idx="2"/>
            <a:endCxn id="22" idx="6"/>
          </p:cNvCxnSpPr>
          <p:nvPr/>
        </p:nvCxnSpPr>
        <p:spPr>
          <a:xfrm rot="5400000">
            <a:off x="10722125" y="1183398"/>
            <a:ext cx="476630" cy="936794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4" name="Connector: Curved 113">
            <a:extLst>
              <a:ext uri="{FF2B5EF4-FFF2-40B4-BE49-F238E27FC236}">
                <a16:creationId xmlns:a16="http://schemas.microsoft.com/office/drawing/2014/main" id="{C24E3E18-3726-0A2F-8EF8-D28EB1D9DEC0}"/>
              </a:ext>
            </a:extLst>
          </p:cNvPr>
          <p:cNvCxnSpPr>
            <a:cxnSpLocks/>
            <a:stCxn id="8" idx="2"/>
          </p:cNvCxnSpPr>
          <p:nvPr/>
        </p:nvCxnSpPr>
        <p:spPr>
          <a:xfrm rot="5400000">
            <a:off x="9167307" y="-670540"/>
            <a:ext cx="177510" cy="4345550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7" name="Connector: Curved 116">
            <a:extLst>
              <a:ext uri="{FF2B5EF4-FFF2-40B4-BE49-F238E27FC236}">
                <a16:creationId xmlns:a16="http://schemas.microsoft.com/office/drawing/2014/main" id="{32954537-4E59-5A66-64B6-B8A0AE65DC07}"/>
              </a:ext>
            </a:extLst>
          </p:cNvPr>
          <p:cNvCxnSpPr>
            <a:cxnSpLocks/>
            <a:stCxn id="8" idx="0"/>
            <a:endCxn id="38" idx="0"/>
          </p:cNvCxnSpPr>
          <p:nvPr/>
        </p:nvCxnSpPr>
        <p:spPr>
          <a:xfrm rot="16200000" flipV="1">
            <a:off x="9226928" y="-1346842"/>
            <a:ext cx="576660" cy="3827159"/>
          </a:xfrm>
          <a:prstGeom prst="curvedConnector3">
            <a:avLst>
              <a:gd name="adj1" fmla="val 139642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0" name="Connector: Curved 119">
            <a:extLst>
              <a:ext uri="{FF2B5EF4-FFF2-40B4-BE49-F238E27FC236}">
                <a16:creationId xmlns:a16="http://schemas.microsoft.com/office/drawing/2014/main" id="{452C3933-00B0-D7BA-8DFE-965BDDB95C1D}"/>
              </a:ext>
            </a:extLst>
          </p:cNvPr>
          <p:cNvCxnSpPr>
            <a:cxnSpLocks/>
          </p:cNvCxnSpPr>
          <p:nvPr/>
        </p:nvCxnSpPr>
        <p:spPr>
          <a:xfrm rot="10800000">
            <a:off x="10517797" y="448684"/>
            <a:ext cx="938171" cy="40660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3" name="Connector: Curved 122">
            <a:extLst>
              <a:ext uri="{FF2B5EF4-FFF2-40B4-BE49-F238E27FC236}">
                <a16:creationId xmlns:a16="http://schemas.microsoft.com/office/drawing/2014/main" id="{2DE289F2-FDFB-66DE-DA17-96914C59ECFD}"/>
              </a:ext>
            </a:extLst>
          </p:cNvPr>
          <p:cNvCxnSpPr>
            <a:cxnSpLocks/>
            <a:stCxn id="8" idx="1"/>
            <a:endCxn id="21" idx="6"/>
          </p:cNvCxnSpPr>
          <p:nvPr/>
        </p:nvCxnSpPr>
        <p:spPr>
          <a:xfrm rot="10800000" flipV="1">
            <a:off x="10492044" y="1134274"/>
            <a:ext cx="360931" cy="3279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7" name="Connector: Curved 126">
            <a:extLst>
              <a:ext uri="{FF2B5EF4-FFF2-40B4-BE49-F238E27FC236}">
                <a16:creationId xmlns:a16="http://schemas.microsoft.com/office/drawing/2014/main" id="{3C71EBCA-5365-6CF1-A1ED-ABDAAE55DE8A}"/>
              </a:ext>
            </a:extLst>
          </p:cNvPr>
          <p:cNvCxnSpPr>
            <a:cxnSpLocks/>
            <a:stCxn id="11" idx="0"/>
            <a:endCxn id="12" idx="7"/>
          </p:cNvCxnSpPr>
          <p:nvPr/>
        </p:nvCxnSpPr>
        <p:spPr>
          <a:xfrm rot="16200000" flipV="1">
            <a:off x="10628962" y="2867031"/>
            <a:ext cx="297725" cy="1302026"/>
          </a:xfrm>
          <a:prstGeom prst="curvedConnector3">
            <a:avLst>
              <a:gd name="adj1" fmla="val 159069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1" name="Connector: Curved 130">
            <a:extLst>
              <a:ext uri="{FF2B5EF4-FFF2-40B4-BE49-F238E27FC236}">
                <a16:creationId xmlns:a16="http://schemas.microsoft.com/office/drawing/2014/main" id="{62245836-A50C-07AC-B017-2E8BFBC398BB}"/>
              </a:ext>
            </a:extLst>
          </p:cNvPr>
          <p:cNvCxnSpPr>
            <a:cxnSpLocks/>
            <a:stCxn id="11" idx="0"/>
            <a:endCxn id="35" idx="0"/>
          </p:cNvCxnSpPr>
          <p:nvPr/>
        </p:nvCxnSpPr>
        <p:spPr>
          <a:xfrm rot="16200000" flipV="1">
            <a:off x="9682364" y="1920432"/>
            <a:ext cx="308628" cy="3184319"/>
          </a:xfrm>
          <a:prstGeom prst="curvedConnector3">
            <a:avLst>
              <a:gd name="adj1" fmla="val 17407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5" name="Connector: Curved 134">
            <a:extLst>
              <a:ext uri="{FF2B5EF4-FFF2-40B4-BE49-F238E27FC236}">
                <a16:creationId xmlns:a16="http://schemas.microsoft.com/office/drawing/2014/main" id="{A8C6BDCE-1028-BD96-558D-0A11BAF84675}"/>
              </a:ext>
            </a:extLst>
          </p:cNvPr>
          <p:cNvCxnSpPr>
            <a:cxnSpLocks/>
            <a:stCxn id="11" idx="2"/>
          </p:cNvCxnSpPr>
          <p:nvPr/>
        </p:nvCxnSpPr>
        <p:spPr>
          <a:xfrm rot="5400000">
            <a:off x="9054812" y="4007671"/>
            <a:ext cx="2156379" cy="2591672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1" name="Connector: Curved 140">
            <a:extLst>
              <a:ext uri="{FF2B5EF4-FFF2-40B4-BE49-F238E27FC236}">
                <a16:creationId xmlns:a16="http://schemas.microsoft.com/office/drawing/2014/main" id="{EBE4C34D-ED6F-7EF5-7706-92D35388A4B1}"/>
              </a:ext>
            </a:extLst>
          </p:cNvPr>
          <p:cNvCxnSpPr>
            <a:cxnSpLocks/>
            <a:stCxn id="11" idx="2"/>
            <a:endCxn id="30" idx="6"/>
          </p:cNvCxnSpPr>
          <p:nvPr/>
        </p:nvCxnSpPr>
        <p:spPr>
          <a:xfrm rot="5400000">
            <a:off x="9564343" y="3582532"/>
            <a:ext cx="1221709" cy="2507281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7" name="Connector: Curved 146">
            <a:extLst>
              <a:ext uri="{FF2B5EF4-FFF2-40B4-BE49-F238E27FC236}">
                <a16:creationId xmlns:a16="http://schemas.microsoft.com/office/drawing/2014/main" id="{6E8B9C37-82FC-5CFB-F5EF-5B98C1CB1002}"/>
              </a:ext>
            </a:extLst>
          </p:cNvPr>
          <p:cNvCxnSpPr>
            <a:cxnSpLocks/>
            <a:stCxn id="11" idx="2"/>
            <a:endCxn id="24" idx="7"/>
          </p:cNvCxnSpPr>
          <p:nvPr/>
        </p:nvCxnSpPr>
        <p:spPr>
          <a:xfrm rot="5400000">
            <a:off x="10278424" y="4243261"/>
            <a:ext cx="1168356" cy="1132470"/>
          </a:xfrm>
          <a:prstGeom prst="curvedConnector3">
            <a:avLst>
              <a:gd name="adj1" fmla="val 80625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Connector: Curved 156">
            <a:extLst>
              <a:ext uri="{FF2B5EF4-FFF2-40B4-BE49-F238E27FC236}">
                <a16:creationId xmlns:a16="http://schemas.microsoft.com/office/drawing/2014/main" id="{56009970-B1D9-ECC0-8457-B8C531D6785B}"/>
              </a:ext>
            </a:extLst>
          </p:cNvPr>
          <p:cNvCxnSpPr>
            <a:cxnSpLocks/>
            <a:stCxn id="11" idx="1"/>
            <a:endCxn id="15" idx="7"/>
          </p:cNvCxnSpPr>
          <p:nvPr/>
        </p:nvCxnSpPr>
        <p:spPr>
          <a:xfrm rot="10800000" flipV="1">
            <a:off x="10242496" y="3946111"/>
            <a:ext cx="610479" cy="562719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61" name="Connector: Curved 160">
            <a:extLst>
              <a:ext uri="{FF2B5EF4-FFF2-40B4-BE49-F238E27FC236}">
                <a16:creationId xmlns:a16="http://schemas.microsoft.com/office/drawing/2014/main" id="{FE8FBEAE-46EE-F5BB-251D-01F2C59EC7DE}"/>
              </a:ext>
            </a:extLst>
          </p:cNvPr>
          <p:cNvCxnSpPr>
            <a:cxnSpLocks/>
            <a:stCxn id="11" idx="0"/>
            <a:endCxn id="17" idx="6"/>
          </p:cNvCxnSpPr>
          <p:nvPr/>
        </p:nvCxnSpPr>
        <p:spPr>
          <a:xfrm rot="16200000" flipV="1">
            <a:off x="8961549" y="1199617"/>
            <a:ext cx="773193" cy="4161385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64" name="Connector: Curved 163">
            <a:extLst>
              <a:ext uri="{FF2B5EF4-FFF2-40B4-BE49-F238E27FC236}">
                <a16:creationId xmlns:a16="http://schemas.microsoft.com/office/drawing/2014/main" id="{B2A316A9-6ACC-AE5C-D681-9622C6A7175E}"/>
              </a:ext>
            </a:extLst>
          </p:cNvPr>
          <p:cNvCxnSpPr>
            <a:cxnSpLocks/>
            <a:stCxn id="11" idx="1"/>
            <a:endCxn id="34" idx="6"/>
          </p:cNvCxnSpPr>
          <p:nvPr/>
        </p:nvCxnSpPr>
        <p:spPr>
          <a:xfrm rot="10800000">
            <a:off x="6748478" y="3606062"/>
            <a:ext cx="4104497" cy="340050"/>
          </a:xfrm>
          <a:prstGeom prst="curvedConnector3">
            <a:avLst>
              <a:gd name="adj1" fmla="val 97139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69" name="Connector: Curved 168">
            <a:extLst>
              <a:ext uri="{FF2B5EF4-FFF2-40B4-BE49-F238E27FC236}">
                <a16:creationId xmlns:a16="http://schemas.microsoft.com/office/drawing/2014/main" id="{F969989C-5F5B-CCCC-D958-52ACD3E1DBF5}"/>
              </a:ext>
            </a:extLst>
          </p:cNvPr>
          <p:cNvCxnSpPr>
            <a:cxnSpLocks/>
            <a:stCxn id="11" idx="1"/>
            <a:endCxn id="32" idx="0"/>
          </p:cNvCxnSpPr>
          <p:nvPr/>
        </p:nvCxnSpPr>
        <p:spPr>
          <a:xfrm rot="10800000" flipV="1">
            <a:off x="5765998" y="3946112"/>
            <a:ext cx="5086976" cy="22735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2" name="Connector: Curved 171">
            <a:extLst>
              <a:ext uri="{FF2B5EF4-FFF2-40B4-BE49-F238E27FC236}">
                <a16:creationId xmlns:a16="http://schemas.microsoft.com/office/drawing/2014/main" id="{2ED90C8A-7FC7-A50E-3B77-DAD6EF5FEFC5}"/>
              </a:ext>
            </a:extLst>
          </p:cNvPr>
          <p:cNvCxnSpPr>
            <a:cxnSpLocks/>
            <a:stCxn id="11" idx="1"/>
            <a:endCxn id="31" idx="6"/>
          </p:cNvCxnSpPr>
          <p:nvPr/>
        </p:nvCxnSpPr>
        <p:spPr>
          <a:xfrm rot="10800000" flipV="1">
            <a:off x="6771964" y="3946112"/>
            <a:ext cx="4081010" cy="1335844"/>
          </a:xfrm>
          <a:prstGeom prst="curved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5" name="Connector: Curved 174">
            <a:extLst>
              <a:ext uri="{FF2B5EF4-FFF2-40B4-BE49-F238E27FC236}">
                <a16:creationId xmlns:a16="http://schemas.microsoft.com/office/drawing/2014/main" id="{F4568923-C13D-77E7-7EED-A278C729F07D}"/>
              </a:ext>
            </a:extLst>
          </p:cNvPr>
          <p:cNvCxnSpPr>
            <a:cxnSpLocks/>
            <a:stCxn id="11" idx="2"/>
            <a:endCxn id="33" idx="4"/>
          </p:cNvCxnSpPr>
          <p:nvPr/>
        </p:nvCxnSpPr>
        <p:spPr>
          <a:xfrm rot="5400000">
            <a:off x="7623515" y="2576374"/>
            <a:ext cx="2156379" cy="5454267"/>
          </a:xfrm>
          <a:prstGeom prst="curvedConnector3">
            <a:avLst>
              <a:gd name="adj1" fmla="val 110601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82" name="Rectangle 181">
            <a:extLst>
              <a:ext uri="{FF2B5EF4-FFF2-40B4-BE49-F238E27FC236}">
                <a16:creationId xmlns:a16="http://schemas.microsoft.com/office/drawing/2014/main" id="{2B2A1E8B-E225-D489-44AD-E876326AD4BB}"/>
              </a:ext>
            </a:extLst>
          </p:cNvPr>
          <p:cNvSpPr/>
          <p:nvPr/>
        </p:nvSpPr>
        <p:spPr>
          <a:xfrm>
            <a:off x="5251885" y="88867"/>
            <a:ext cx="1167679" cy="30018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BridgeBot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57790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3B294-9D1B-EA40-0B22-6B6D4B2B5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אנליזה פונקציונלית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6928A-FB3F-DBAC-BE2B-781F9A5B7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Login : login, forgot password </a:t>
            </a:r>
          </a:p>
          <a:p>
            <a:pPr marL="0" indent="0">
              <a:buNone/>
            </a:pPr>
            <a:r>
              <a:rPr lang="en-US" dirty="0"/>
              <a:t>	server-</a:t>
            </a:r>
            <a:r>
              <a:rPr lang="en-US" dirty="0" err="1"/>
              <a:t>getUser</a:t>
            </a:r>
            <a:endParaRPr lang="en-US" dirty="0"/>
          </a:p>
          <a:p>
            <a:r>
              <a:rPr lang="en-US" dirty="0"/>
              <a:t>Register: </a:t>
            </a:r>
            <a:r>
              <a:rPr lang="en-US" dirty="0" err="1"/>
              <a:t>register,server</a:t>
            </a:r>
            <a:r>
              <a:rPr lang="en-US" dirty="0"/>
              <a:t>: </a:t>
            </a:r>
            <a:r>
              <a:rPr lang="en-US" dirty="0" err="1"/>
              <a:t>getUser</a:t>
            </a:r>
            <a:r>
              <a:rPr lang="en-US" dirty="0"/>
              <a:t>, </a:t>
            </a:r>
            <a:r>
              <a:rPr lang="en-US" dirty="0" err="1"/>
              <a:t>addUser</a:t>
            </a:r>
            <a:endParaRPr lang="en-US" dirty="0"/>
          </a:p>
          <a:p>
            <a:endParaRPr lang="en-US" dirty="0"/>
          </a:p>
          <a:p>
            <a:r>
              <a:rPr lang="en-US" dirty="0"/>
              <a:t>Profile: create profile, </a:t>
            </a:r>
            <a:r>
              <a:rPr lang="en-US" dirty="0" err="1"/>
              <a:t>viewProfile</a:t>
            </a:r>
            <a:r>
              <a:rPr lang="en-US" dirty="0"/>
              <a:t>, </a:t>
            </a:r>
            <a:r>
              <a:rPr lang="en-US" dirty="0" err="1"/>
              <a:t>editProfile</a:t>
            </a:r>
            <a:r>
              <a:rPr lang="en-US" dirty="0"/>
              <a:t>. Server: </a:t>
            </a:r>
            <a:r>
              <a:rPr lang="en-US" dirty="0" err="1"/>
              <a:t>getUser,updateUser</a:t>
            </a:r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396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80A17-4386-1C94-D9A3-33675921E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B38F7-0BC5-6BAA-0265-36FBEEAC0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/>
              <a:t>אנליזה פונקציונלית</a:t>
            </a:r>
            <a:r>
              <a:rPr lang="en-US" dirty="0"/>
              <a:t> </a:t>
            </a:r>
            <a:r>
              <a:rPr lang="he-IL" dirty="0"/>
              <a:t>-</a:t>
            </a:r>
            <a:r>
              <a:rPr lang="en-US" dirty="0"/>
              <a:t> </a:t>
            </a:r>
            <a:r>
              <a:rPr lang="he-IL" dirty="0"/>
              <a:t>מנחה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ED666-F687-3350-88A3-08F2826BA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Projects</a:t>
            </a:r>
            <a:r>
              <a:rPr lang="en-US" dirty="0"/>
              <a:t>: view projects, </a:t>
            </a:r>
            <a:r>
              <a:rPr lang="en-US" dirty="0" err="1"/>
              <a:t>addFeedback</a:t>
            </a:r>
            <a:r>
              <a:rPr lang="en-US" dirty="0"/>
              <a:t>, </a:t>
            </a:r>
            <a:r>
              <a:rPr lang="en-US" dirty="0" err="1"/>
              <a:t>approveProjectLevel</a:t>
            </a:r>
            <a:r>
              <a:rPr lang="en-US" dirty="0"/>
              <a:t>. Server: </a:t>
            </a:r>
            <a:r>
              <a:rPr lang="en-US" dirty="0" err="1"/>
              <a:t>getProject</a:t>
            </a:r>
            <a:r>
              <a:rPr lang="en-US" dirty="0"/>
              <a:t>, </a:t>
            </a:r>
            <a:r>
              <a:rPr lang="en-US" dirty="0" err="1"/>
              <a:t>addFeedback</a:t>
            </a:r>
            <a:r>
              <a:rPr lang="en-US" dirty="0"/>
              <a:t>, </a:t>
            </a:r>
            <a:r>
              <a:rPr lang="en-US" dirty="0" err="1"/>
              <a:t>updateProjectLevel</a:t>
            </a:r>
            <a:r>
              <a:rPr lang="en-US" dirty="0"/>
              <a:t>, </a:t>
            </a:r>
          </a:p>
          <a:p>
            <a:r>
              <a:rPr lang="en-US" dirty="0">
                <a:highlight>
                  <a:srgbClr val="00FFFF"/>
                </a:highlight>
              </a:rPr>
              <a:t>Prompts</a:t>
            </a:r>
            <a:r>
              <a:rPr lang="en-US" dirty="0"/>
              <a:t>: </a:t>
            </a:r>
            <a:r>
              <a:rPr lang="en-US" dirty="0" err="1"/>
              <a:t>updatePrompt</a:t>
            </a:r>
            <a:r>
              <a:rPr lang="en-US" dirty="0"/>
              <a:t>. Server: </a:t>
            </a:r>
            <a:r>
              <a:rPr lang="en-US" dirty="0" err="1"/>
              <a:t>updatePrompt,getPrompt</a:t>
            </a:r>
            <a:endParaRPr lang="en-US" dirty="0"/>
          </a:p>
          <a:p>
            <a:r>
              <a:rPr lang="en-US" dirty="0"/>
              <a:t>Reports: </a:t>
            </a:r>
            <a:r>
              <a:rPr lang="en-US" dirty="0" err="1"/>
              <a:t>createNewReport</a:t>
            </a:r>
            <a:r>
              <a:rPr lang="en-US" dirty="0"/>
              <a:t>. Server: </a:t>
            </a:r>
            <a:r>
              <a:rPr lang="en-US" dirty="0" err="1"/>
              <a:t>addReport</a:t>
            </a:r>
            <a:endParaRPr lang="en-US" dirty="0"/>
          </a:p>
          <a:p>
            <a:r>
              <a:rPr lang="en-US" dirty="0" err="1">
                <a:highlight>
                  <a:srgbClr val="00FFFF"/>
                </a:highlight>
              </a:rPr>
              <a:t>Questions&amp;A</a:t>
            </a:r>
            <a:r>
              <a:rPr lang="en-US" dirty="0" err="1"/>
              <a:t>:updateQuestions</a:t>
            </a:r>
            <a:r>
              <a:rPr lang="en-US" dirty="0"/>
              <a:t>, </a:t>
            </a:r>
            <a:r>
              <a:rPr lang="en-US" dirty="0" err="1"/>
              <a:t>broadCastQuestions</a:t>
            </a:r>
            <a:r>
              <a:rPr lang="en-US" dirty="0"/>
              <a:t>. </a:t>
            </a:r>
            <a:r>
              <a:rPr lang="en-US" dirty="0" err="1"/>
              <a:t>Server:updateQuestions</a:t>
            </a:r>
            <a:r>
              <a:rPr lang="en-US" dirty="0"/>
              <a:t>, </a:t>
            </a:r>
            <a:r>
              <a:rPr lang="en-US" dirty="0" err="1"/>
              <a:t>addQuestion</a:t>
            </a:r>
            <a:r>
              <a:rPr lang="en-US" dirty="0"/>
              <a:t>, </a:t>
            </a:r>
            <a:r>
              <a:rPr lang="en-US" dirty="0" err="1"/>
              <a:t>getQuestion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682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349F0-B7E7-1804-255A-927B23B3B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34EAB-C1A7-F8D5-FC8D-1B526E3A3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/>
              <a:t>אנליזה פונקציונלית</a:t>
            </a:r>
            <a:r>
              <a:rPr lang="en-US" dirty="0"/>
              <a:t> </a:t>
            </a:r>
            <a:r>
              <a:rPr lang="he-IL" dirty="0"/>
              <a:t>-</a:t>
            </a:r>
            <a:r>
              <a:rPr lang="en-US" dirty="0"/>
              <a:t> </a:t>
            </a:r>
            <a:r>
              <a:rPr lang="he-IL" dirty="0"/>
              <a:t>חבר צוות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992F2-BB18-9C10-51E1-2EA6BAF00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Projects</a:t>
            </a:r>
            <a:r>
              <a:rPr lang="en-US" dirty="0"/>
              <a:t>: </a:t>
            </a:r>
            <a:r>
              <a:rPr lang="en-US" dirty="0" err="1"/>
              <a:t>ShareSolutions</a:t>
            </a:r>
            <a:r>
              <a:rPr lang="en-US" dirty="0"/>
              <a:t>, </a:t>
            </a:r>
            <a:r>
              <a:rPr lang="en-US" dirty="0" err="1"/>
              <a:t>createPlan</a:t>
            </a:r>
            <a:r>
              <a:rPr lang="en-US" dirty="0"/>
              <a:t>, </a:t>
            </a:r>
            <a:r>
              <a:rPr lang="en-US" dirty="0" err="1"/>
              <a:t>editPlan</a:t>
            </a:r>
            <a:r>
              <a:rPr lang="en-US" dirty="0"/>
              <a:t>, </a:t>
            </a:r>
            <a:r>
              <a:rPr lang="en-US" dirty="0" err="1"/>
              <a:t>createReqDoc</a:t>
            </a:r>
            <a:r>
              <a:rPr lang="en-US" dirty="0"/>
              <a:t>, </a:t>
            </a:r>
            <a:r>
              <a:rPr lang="en-US" dirty="0" err="1"/>
              <a:t>createNewProject.Server:addPlan</a:t>
            </a:r>
            <a:r>
              <a:rPr lang="en-US" dirty="0"/>
              <a:t>, </a:t>
            </a:r>
            <a:r>
              <a:rPr lang="en-US" dirty="0" err="1"/>
              <a:t>updatePlan,getPlan</a:t>
            </a:r>
            <a:r>
              <a:rPr lang="en-US" dirty="0"/>
              <a:t>, </a:t>
            </a:r>
            <a:r>
              <a:rPr lang="en-US" dirty="0" err="1"/>
              <a:t>addReqDoc</a:t>
            </a:r>
            <a:r>
              <a:rPr lang="en-US" dirty="0"/>
              <a:t>, </a:t>
            </a:r>
            <a:r>
              <a:rPr lang="en-US" dirty="0" err="1"/>
              <a:t>addProject</a:t>
            </a:r>
            <a:endParaRPr lang="en-US" dirty="0"/>
          </a:p>
          <a:p>
            <a:r>
              <a:rPr lang="en-US" dirty="0"/>
              <a:t>Architecture: </a:t>
            </a:r>
            <a:r>
              <a:rPr lang="en-US" dirty="0" err="1"/>
              <a:t>addNewArch</a:t>
            </a:r>
            <a:r>
              <a:rPr lang="en-US" dirty="0"/>
              <a:t>, </a:t>
            </a:r>
            <a:r>
              <a:rPr lang="en-US" dirty="0" err="1"/>
              <a:t>editArch</a:t>
            </a:r>
            <a:r>
              <a:rPr lang="en-US" dirty="0"/>
              <a:t>, </a:t>
            </a:r>
            <a:r>
              <a:rPr lang="en-US" dirty="0" err="1"/>
              <a:t>addNewDevice</a:t>
            </a:r>
            <a:r>
              <a:rPr lang="en-US" dirty="0"/>
              <a:t>, </a:t>
            </a:r>
            <a:r>
              <a:rPr lang="en-US" dirty="0" err="1"/>
              <a:t>editDevice</a:t>
            </a:r>
            <a:r>
              <a:rPr lang="en-US" dirty="0"/>
              <a:t>, </a:t>
            </a:r>
            <a:r>
              <a:rPr lang="en-US" dirty="0" err="1"/>
              <a:t>addReq</a:t>
            </a:r>
            <a:r>
              <a:rPr lang="en-US" dirty="0"/>
              <a:t>. </a:t>
            </a:r>
            <a:r>
              <a:rPr lang="en-US" dirty="0" err="1"/>
              <a:t>Server:addNewArch</a:t>
            </a:r>
            <a:r>
              <a:rPr lang="en-US" dirty="0"/>
              <a:t>, </a:t>
            </a:r>
            <a:r>
              <a:rPr lang="en-US" dirty="0" err="1"/>
              <a:t>updateArch</a:t>
            </a:r>
            <a:r>
              <a:rPr lang="en-US" dirty="0"/>
              <a:t>, </a:t>
            </a:r>
            <a:r>
              <a:rPr lang="en-US" dirty="0" err="1"/>
              <a:t>addNewDevice</a:t>
            </a:r>
            <a:r>
              <a:rPr lang="en-US" dirty="0"/>
              <a:t>, </a:t>
            </a:r>
            <a:r>
              <a:rPr lang="en-US" dirty="0" err="1"/>
              <a:t>updateDevice</a:t>
            </a:r>
            <a:r>
              <a:rPr lang="en-US" dirty="0"/>
              <a:t>, </a:t>
            </a:r>
            <a:r>
              <a:rPr lang="en-US" dirty="0" err="1"/>
              <a:t>addReq</a:t>
            </a:r>
            <a:r>
              <a:rPr lang="en-US" dirty="0"/>
              <a:t>, </a:t>
            </a:r>
            <a:r>
              <a:rPr lang="en-US" dirty="0" err="1"/>
              <a:t>getArch</a:t>
            </a:r>
            <a:r>
              <a:rPr lang="en-US" dirty="0"/>
              <a:t>.</a:t>
            </a:r>
          </a:p>
          <a:p>
            <a:r>
              <a:rPr lang="en-US" dirty="0" err="1"/>
              <a:t>Q&amp;A:viewAllQuestions.Server:getQuestions</a:t>
            </a:r>
            <a:r>
              <a:rPr lang="en-US" dirty="0"/>
              <a:t>.</a:t>
            </a:r>
          </a:p>
          <a:p>
            <a:r>
              <a:rPr lang="en-US" dirty="0" err="1">
                <a:highlight>
                  <a:srgbClr val="00FFFF"/>
                </a:highlight>
              </a:rPr>
              <a:t>Quiz</a:t>
            </a:r>
            <a:r>
              <a:rPr lang="en-US" dirty="0" err="1"/>
              <a:t>:addAnswer</a:t>
            </a:r>
            <a:r>
              <a:rPr lang="en-US" dirty="0"/>
              <a:t>, </a:t>
            </a:r>
            <a:r>
              <a:rPr lang="en-US" dirty="0" err="1"/>
              <a:t>viewQuestion</a:t>
            </a:r>
            <a:r>
              <a:rPr lang="en-US" dirty="0"/>
              <a:t>. Server: </a:t>
            </a:r>
            <a:r>
              <a:rPr lang="en-US" dirty="0" err="1"/>
              <a:t>addAnswer</a:t>
            </a:r>
            <a:r>
              <a:rPr lang="en-US" dirty="0"/>
              <a:t>, </a:t>
            </a:r>
            <a:r>
              <a:rPr lang="en-US" dirty="0" err="1"/>
              <a:t>getQuestion</a:t>
            </a:r>
            <a:r>
              <a:rPr lang="en-US" dirty="0"/>
              <a:t>, </a:t>
            </a:r>
            <a:r>
              <a:rPr lang="en-US" dirty="0" err="1"/>
              <a:t>getQuiz</a:t>
            </a:r>
            <a:r>
              <a:rPr lang="en-US" dirty="0"/>
              <a:t>, </a:t>
            </a:r>
          </a:p>
          <a:p>
            <a:r>
              <a:rPr lang="en-US" dirty="0" err="1">
                <a:highlight>
                  <a:srgbClr val="008080"/>
                </a:highlight>
              </a:rPr>
              <a:t>LearningDiary</a:t>
            </a:r>
            <a:r>
              <a:rPr lang="en-US" dirty="0"/>
              <a:t>: </a:t>
            </a:r>
            <a:r>
              <a:rPr lang="en-US" dirty="0" err="1"/>
              <a:t>createNewDiary</a:t>
            </a:r>
            <a:r>
              <a:rPr lang="en-US" dirty="0"/>
              <a:t>, </a:t>
            </a:r>
            <a:r>
              <a:rPr lang="en-US" dirty="0" err="1"/>
              <a:t>updateDiary</a:t>
            </a:r>
            <a:r>
              <a:rPr lang="en-US" dirty="0"/>
              <a:t>, </a:t>
            </a:r>
            <a:r>
              <a:rPr lang="en-US" dirty="0" err="1"/>
              <a:t>addSubject</a:t>
            </a:r>
            <a:r>
              <a:rPr lang="en-US" dirty="0"/>
              <a:t>. </a:t>
            </a:r>
            <a:r>
              <a:rPr lang="en-US" dirty="0" err="1"/>
              <a:t>Server:addNewDiary</a:t>
            </a:r>
            <a:r>
              <a:rPr lang="en-US" dirty="0"/>
              <a:t>, </a:t>
            </a:r>
            <a:r>
              <a:rPr lang="en-US" dirty="0" err="1"/>
              <a:t>getDiary</a:t>
            </a:r>
            <a:r>
              <a:rPr lang="en-US" dirty="0"/>
              <a:t>, </a:t>
            </a:r>
            <a:r>
              <a:rPr lang="en-US" dirty="0" err="1"/>
              <a:t>updateDiary</a:t>
            </a:r>
            <a:r>
              <a:rPr lang="en-US" dirty="0"/>
              <a:t>, </a:t>
            </a:r>
            <a:r>
              <a:rPr lang="en-US" dirty="0" err="1"/>
              <a:t>addSubject</a:t>
            </a:r>
            <a:r>
              <a:rPr lang="en-US" dirty="0"/>
              <a:t>.</a:t>
            </a:r>
          </a:p>
          <a:p>
            <a:r>
              <a:rPr lang="en-US" dirty="0">
                <a:highlight>
                  <a:srgbClr val="008080"/>
                </a:highlight>
              </a:rPr>
              <a:t>Forum</a:t>
            </a:r>
            <a:r>
              <a:rPr lang="en-US" dirty="0"/>
              <a:t>: </a:t>
            </a:r>
            <a:r>
              <a:rPr lang="en-US" dirty="0" err="1"/>
              <a:t>addNewSubject</a:t>
            </a:r>
            <a:r>
              <a:rPr lang="en-US" dirty="0"/>
              <a:t>, </a:t>
            </a:r>
            <a:r>
              <a:rPr lang="en-US" dirty="0" err="1"/>
              <a:t>viewForum</a:t>
            </a:r>
            <a:r>
              <a:rPr lang="en-US" dirty="0"/>
              <a:t>. Server: </a:t>
            </a:r>
            <a:r>
              <a:rPr lang="en-US" dirty="0" err="1"/>
              <a:t>getForum</a:t>
            </a:r>
            <a:r>
              <a:rPr lang="en-US" dirty="0"/>
              <a:t>, </a:t>
            </a:r>
            <a:r>
              <a:rPr lang="en-US" dirty="0" err="1"/>
              <a:t>updateForum</a:t>
            </a:r>
            <a:endParaRPr lang="en-US" dirty="0"/>
          </a:p>
          <a:p>
            <a:r>
              <a:rPr lang="en-US" dirty="0">
                <a:highlight>
                  <a:srgbClr val="FF00FF"/>
                </a:highlight>
              </a:rPr>
              <a:t>Dictionary</a:t>
            </a:r>
            <a:r>
              <a:rPr lang="en-US" dirty="0"/>
              <a:t>: </a:t>
            </a:r>
            <a:r>
              <a:rPr lang="en-US" dirty="0" err="1"/>
              <a:t>viewDisctionary</a:t>
            </a:r>
            <a:r>
              <a:rPr lang="en-US" dirty="0"/>
              <a:t>, </a:t>
            </a:r>
            <a:r>
              <a:rPr lang="en-US" dirty="0" err="1"/>
              <a:t>viewBySubject</a:t>
            </a:r>
            <a:r>
              <a:rPr lang="en-US" dirty="0"/>
              <a:t>, .Server: </a:t>
            </a:r>
            <a:r>
              <a:rPr lang="en-US" dirty="0" err="1"/>
              <a:t>getDictionary</a:t>
            </a:r>
            <a:r>
              <a:rPr lang="en-US" dirty="0"/>
              <a:t>, </a:t>
            </a:r>
            <a:r>
              <a:rPr lang="en-US" dirty="0" err="1"/>
              <a:t>getDictionaryBySubject</a:t>
            </a:r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703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69849-948C-DF96-E063-E2A660802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C71FB-CC28-39EC-8098-39E8718D0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/>
              <a:t>אנליזה פונקציונלית-</a:t>
            </a:r>
            <a:r>
              <a:rPr lang="en-US" dirty="0"/>
              <a:t> </a:t>
            </a:r>
            <a:r>
              <a:rPr lang="he-IL" dirty="0" err="1"/>
              <a:t>בוט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1EB17-4586-2764-8D28-7CE16D066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Projects</a:t>
            </a:r>
            <a:r>
              <a:rPr lang="en-US" dirty="0"/>
              <a:t>: </a:t>
            </a:r>
            <a:r>
              <a:rPr lang="en-US" dirty="0" err="1"/>
              <a:t>ViewArch,updateArch</a:t>
            </a:r>
            <a:r>
              <a:rPr lang="en-US" dirty="0"/>
              <a:t>. </a:t>
            </a:r>
            <a:r>
              <a:rPr lang="en-US" dirty="0" err="1"/>
              <a:t>Server:getArch</a:t>
            </a:r>
            <a:r>
              <a:rPr lang="en-US" dirty="0"/>
              <a:t>, </a:t>
            </a:r>
            <a:r>
              <a:rPr lang="en-US" dirty="0" err="1"/>
              <a:t>updateArch</a:t>
            </a:r>
            <a:endParaRPr lang="en-US" dirty="0"/>
          </a:p>
          <a:p>
            <a:r>
              <a:rPr lang="en-US" dirty="0" err="1">
                <a:highlight>
                  <a:srgbClr val="00FFFF"/>
                </a:highlight>
              </a:rPr>
              <a:t>Quiz</a:t>
            </a:r>
            <a:r>
              <a:rPr lang="en-US" dirty="0" err="1"/>
              <a:t>:createQuiz</a:t>
            </a:r>
            <a:r>
              <a:rPr lang="en-US" dirty="0"/>
              <a:t>, </a:t>
            </a:r>
            <a:r>
              <a:rPr lang="en-US" dirty="0" err="1"/>
              <a:t>addQuestions</a:t>
            </a:r>
            <a:r>
              <a:rPr lang="en-US" dirty="0"/>
              <a:t>. </a:t>
            </a:r>
            <a:r>
              <a:rPr lang="en-US" dirty="0" err="1"/>
              <a:t>Server:addNewQuiz</a:t>
            </a:r>
            <a:r>
              <a:rPr lang="en-US" dirty="0"/>
              <a:t>, </a:t>
            </a:r>
            <a:r>
              <a:rPr lang="en-US" dirty="0" err="1"/>
              <a:t>addNewQuestion,getQuiz</a:t>
            </a:r>
            <a:endParaRPr lang="en-US" dirty="0"/>
          </a:p>
          <a:p>
            <a:r>
              <a:rPr lang="en-US" dirty="0" err="1">
                <a:highlight>
                  <a:srgbClr val="FF00FF"/>
                </a:highlight>
              </a:rPr>
              <a:t>Dictionary</a:t>
            </a:r>
            <a:r>
              <a:rPr lang="en-US" dirty="0" err="1"/>
              <a:t>:createNewDict</a:t>
            </a:r>
            <a:r>
              <a:rPr lang="en-US" dirty="0"/>
              <a:t>, </a:t>
            </a:r>
            <a:r>
              <a:rPr lang="en-US" dirty="0" err="1"/>
              <a:t>editDict</a:t>
            </a:r>
            <a:r>
              <a:rPr lang="en-US" dirty="0"/>
              <a:t>, </a:t>
            </a:r>
            <a:r>
              <a:rPr lang="en-US" dirty="0" err="1"/>
              <a:t>addDefinitions</a:t>
            </a:r>
            <a:r>
              <a:rPr lang="en-US" dirty="0"/>
              <a:t>. </a:t>
            </a:r>
            <a:r>
              <a:rPr lang="en-US" dirty="0" err="1"/>
              <a:t>Server:addNewDict</a:t>
            </a:r>
            <a:r>
              <a:rPr lang="en-US" dirty="0"/>
              <a:t>, </a:t>
            </a:r>
            <a:r>
              <a:rPr lang="en-US" dirty="0" err="1"/>
              <a:t>updateDict</a:t>
            </a:r>
            <a:r>
              <a:rPr lang="en-US" dirty="0"/>
              <a:t>, </a:t>
            </a:r>
            <a:r>
              <a:rPr lang="en-US" dirty="0" err="1"/>
              <a:t>addNewDefinitions</a:t>
            </a:r>
            <a:r>
              <a:rPr lang="en-US" dirty="0"/>
              <a:t>, </a:t>
            </a:r>
            <a:r>
              <a:rPr lang="en-US" dirty="0" err="1"/>
              <a:t>getDictBySubject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856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0FE75-CBF5-85CA-95DB-B35266F38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836B-3B71-5E31-DFEE-4C136B49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37" y="92765"/>
            <a:ext cx="1747607" cy="711467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sz="2000" dirty="0"/>
              <a:t>Client-side Architecture</a:t>
            </a:r>
            <a:endParaRPr lang="en-IL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281D23-23A4-93D4-1C0C-79BE0E190BC0}"/>
              </a:ext>
            </a:extLst>
          </p:cNvPr>
          <p:cNvSpPr/>
          <p:nvPr/>
        </p:nvSpPr>
        <p:spPr>
          <a:xfrm>
            <a:off x="4716136" y="-5265"/>
            <a:ext cx="2115238" cy="6610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BDA2C7-9FFD-A142-8C81-DB669867FBA2}"/>
              </a:ext>
            </a:extLst>
          </p:cNvPr>
          <p:cNvSpPr/>
          <p:nvPr/>
        </p:nvSpPr>
        <p:spPr>
          <a:xfrm>
            <a:off x="588246" y="1047680"/>
            <a:ext cx="2115238" cy="6610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GUIComponents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97B3EA-4DA6-01C3-02F4-B0E88EB2363C}"/>
              </a:ext>
            </a:extLst>
          </p:cNvPr>
          <p:cNvSpPr/>
          <p:nvPr/>
        </p:nvSpPr>
        <p:spPr>
          <a:xfrm>
            <a:off x="3442253" y="986253"/>
            <a:ext cx="2115238" cy="6610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UserComponents</a:t>
            </a:r>
            <a:endParaRPr lang="en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A4F8C5-7141-D30B-A5C6-2320A4AD4D85}"/>
              </a:ext>
            </a:extLst>
          </p:cNvPr>
          <p:cNvSpPr/>
          <p:nvPr/>
        </p:nvSpPr>
        <p:spPr>
          <a:xfrm>
            <a:off x="9721866" y="655747"/>
            <a:ext cx="2300691" cy="6610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ProjectsComponent</a:t>
            </a:r>
            <a:endParaRPr lang="en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F7DA97-089C-6D65-06FD-47FBCC5DE917}"/>
              </a:ext>
            </a:extLst>
          </p:cNvPr>
          <p:cNvSpPr/>
          <p:nvPr/>
        </p:nvSpPr>
        <p:spPr>
          <a:xfrm>
            <a:off x="9721866" y="4712326"/>
            <a:ext cx="2300691" cy="19501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/>
              <a:t>Architecture</a:t>
            </a:r>
          </a:p>
          <a:p>
            <a:pPr algn="ctr"/>
            <a:r>
              <a:rPr lang="en-US" dirty="0" err="1"/>
              <a:t>addNewArch</a:t>
            </a:r>
            <a:endParaRPr lang="en-US" dirty="0"/>
          </a:p>
          <a:p>
            <a:pPr algn="ctr"/>
            <a:r>
              <a:rPr lang="en-US" dirty="0" err="1"/>
              <a:t>editArch</a:t>
            </a:r>
            <a:endParaRPr lang="en-US" dirty="0"/>
          </a:p>
          <a:p>
            <a:pPr algn="ctr"/>
            <a:r>
              <a:rPr lang="en-US" dirty="0" err="1"/>
              <a:t>addNewDevice</a:t>
            </a:r>
            <a:endParaRPr lang="en-US" dirty="0"/>
          </a:p>
          <a:p>
            <a:pPr algn="ctr"/>
            <a:r>
              <a:rPr lang="en-US" dirty="0" err="1"/>
              <a:t>editDevice</a:t>
            </a:r>
            <a:endParaRPr lang="en-US" dirty="0"/>
          </a:p>
          <a:p>
            <a:pPr algn="ctr"/>
            <a:r>
              <a:rPr lang="en-US" dirty="0" err="1"/>
              <a:t>addReq</a:t>
            </a:r>
            <a:endParaRPr lang="en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CC5F25-626E-7155-2F7E-04630A4250FC}"/>
              </a:ext>
            </a:extLst>
          </p:cNvPr>
          <p:cNvSpPr/>
          <p:nvPr/>
        </p:nvSpPr>
        <p:spPr>
          <a:xfrm>
            <a:off x="588246" y="1930085"/>
            <a:ext cx="2115238" cy="6610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FormInputs</a:t>
            </a:r>
            <a:endParaRPr lang="en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624420-B14C-ED4F-7EAF-F2E68B3B7169}"/>
              </a:ext>
            </a:extLst>
          </p:cNvPr>
          <p:cNvSpPr/>
          <p:nvPr/>
        </p:nvSpPr>
        <p:spPr>
          <a:xfrm>
            <a:off x="588246" y="2776548"/>
            <a:ext cx="2115238" cy="8046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 err="1"/>
              <a:t>NavBar</a:t>
            </a:r>
            <a:endParaRPr lang="en-US" u="sng" dirty="0"/>
          </a:p>
          <a:p>
            <a:pPr algn="ctr"/>
            <a:r>
              <a:rPr lang="en-US" dirty="0" err="1"/>
              <a:t>LogoutButton</a:t>
            </a:r>
            <a:endParaRPr lang="en-US" dirty="0"/>
          </a:p>
          <a:p>
            <a:pPr algn="ctr"/>
            <a:r>
              <a:rPr lang="en-US" u="sng" dirty="0" err="1"/>
              <a:t>viewProfile</a:t>
            </a:r>
            <a:r>
              <a:rPr lang="en-US" u="sng" dirty="0"/>
              <a:t> Button</a:t>
            </a:r>
            <a:endParaRPr lang="en-IL" u="sng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6D7A0D-C7C0-CAC1-83CE-3D7C381C8183}"/>
              </a:ext>
            </a:extLst>
          </p:cNvPr>
          <p:cNvSpPr/>
          <p:nvPr/>
        </p:nvSpPr>
        <p:spPr>
          <a:xfrm>
            <a:off x="3442253" y="1868658"/>
            <a:ext cx="2115238" cy="6610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/>
              <a:t>Register</a:t>
            </a:r>
          </a:p>
          <a:p>
            <a:pPr algn="ctr"/>
            <a:r>
              <a:rPr lang="en-US" dirty="0"/>
              <a:t>Submit</a:t>
            </a:r>
            <a:endParaRPr lang="en-IL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DF73CB-40CE-AA5F-2E47-2AF434C5038F}"/>
              </a:ext>
            </a:extLst>
          </p:cNvPr>
          <p:cNvSpPr/>
          <p:nvPr/>
        </p:nvSpPr>
        <p:spPr>
          <a:xfrm>
            <a:off x="3442253" y="2663588"/>
            <a:ext cx="2115238" cy="9777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/>
              <a:t>Login</a:t>
            </a:r>
            <a:r>
              <a:rPr lang="en-US" dirty="0"/>
              <a:t> </a:t>
            </a:r>
          </a:p>
          <a:p>
            <a:pPr algn="ctr"/>
            <a:r>
              <a:rPr lang="en-US" dirty="0" err="1"/>
              <a:t>forgotPassword</a:t>
            </a:r>
            <a:endParaRPr lang="en-US" dirty="0"/>
          </a:p>
          <a:p>
            <a:pPr algn="ctr"/>
            <a:r>
              <a:rPr lang="en-US" dirty="0"/>
              <a:t>submit</a:t>
            </a:r>
            <a:endParaRPr lang="en-IL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D6D6F3-F880-4862-59EE-4CECC72D2B3B}"/>
              </a:ext>
            </a:extLst>
          </p:cNvPr>
          <p:cNvSpPr/>
          <p:nvPr/>
        </p:nvSpPr>
        <p:spPr>
          <a:xfrm>
            <a:off x="3442253" y="3786793"/>
            <a:ext cx="2115238" cy="9777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/>
              <a:t>Profile</a:t>
            </a:r>
            <a:r>
              <a:rPr lang="en-US" dirty="0"/>
              <a:t> </a:t>
            </a:r>
          </a:p>
          <a:p>
            <a:pPr algn="ctr"/>
            <a:r>
              <a:rPr lang="en-US" dirty="0" err="1"/>
              <a:t>editProfile</a:t>
            </a:r>
            <a:endParaRPr lang="en-US" dirty="0"/>
          </a:p>
          <a:p>
            <a:pPr algn="ctr"/>
            <a:r>
              <a:rPr lang="en-US" dirty="0" err="1"/>
              <a:t>viewProfile</a:t>
            </a:r>
            <a:endParaRPr lang="en-IL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505787-3C91-6940-3EB5-83615BEA7669}"/>
              </a:ext>
            </a:extLst>
          </p:cNvPr>
          <p:cNvSpPr/>
          <p:nvPr/>
        </p:nvSpPr>
        <p:spPr>
          <a:xfrm>
            <a:off x="9721865" y="1466603"/>
            <a:ext cx="2300969" cy="11759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/>
              <a:t>Plans</a:t>
            </a:r>
          </a:p>
          <a:p>
            <a:pPr algn="ctr"/>
            <a:r>
              <a:rPr lang="en-US" dirty="0" err="1"/>
              <a:t>createPlan</a:t>
            </a:r>
            <a:endParaRPr lang="en-US" dirty="0"/>
          </a:p>
          <a:p>
            <a:pPr algn="ctr"/>
            <a:r>
              <a:rPr lang="en-US" dirty="0" err="1"/>
              <a:t>editPlan</a:t>
            </a:r>
            <a:endParaRPr lang="en-US" dirty="0"/>
          </a:p>
          <a:p>
            <a:pPr algn="ctr"/>
            <a:r>
              <a:rPr lang="en-US" dirty="0" err="1"/>
              <a:t>viewPlans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81640B-3A5B-F455-7BBC-4593A412147C}"/>
              </a:ext>
            </a:extLst>
          </p:cNvPr>
          <p:cNvSpPr/>
          <p:nvPr/>
        </p:nvSpPr>
        <p:spPr>
          <a:xfrm>
            <a:off x="9722144" y="2778157"/>
            <a:ext cx="2300691" cy="183471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/>
              <a:t>Project</a:t>
            </a:r>
          </a:p>
          <a:p>
            <a:pPr algn="ctr"/>
            <a:r>
              <a:rPr lang="en-US" dirty="0" err="1"/>
              <a:t>cretaeNewProject</a:t>
            </a:r>
            <a:r>
              <a:rPr lang="en-US" dirty="0"/>
              <a:t> </a:t>
            </a:r>
          </a:p>
          <a:p>
            <a:pPr algn="ctr"/>
            <a:r>
              <a:rPr lang="en-US" dirty="0" err="1"/>
              <a:t>ViewProjects</a:t>
            </a:r>
            <a:endParaRPr lang="en-US" dirty="0"/>
          </a:p>
          <a:p>
            <a:pPr algn="ctr"/>
            <a:r>
              <a:rPr lang="en-US" dirty="0" err="1"/>
              <a:t>cretaeReqDoc</a:t>
            </a:r>
            <a:endParaRPr lang="en-US" dirty="0"/>
          </a:p>
          <a:p>
            <a:pPr algn="ctr"/>
            <a:r>
              <a:rPr lang="en-US" dirty="0" err="1"/>
              <a:t>addFeedback</a:t>
            </a:r>
            <a:endParaRPr lang="en-US" dirty="0"/>
          </a:p>
          <a:p>
            <a:pPr algn="ctr"/>
            <a:r>
              <a:rPr lang="en-US" dirty="0" err="1"/>
              <a:t>approveLevel</a:t>
            </a:r>
            <a:endParaRPr lang="en-IL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3520B8-DB02-3A22-43E4-931DAA39CC9F}"/>
              </a:ext>
            </a:extLst>
          </p:cNvPr>
          <p:cNvSpPr/>
          <p:nvPr/>
        </p:nvSpPr>
        <p:spPr>
          <a:xfrm>
            <a:off x="6422154" y="986253"/>
            <a:ext cx="2341846" cy="6610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QuizComponent</a:t>
            </a:r>
            <a:endParaRPr lang="en-IL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F768E8-9618-2921-5D84-C3114FB2B5DD}"/>
              </a:ext>
            </a:extLst>
          </p:cNvPr>
          <p:cNvSpPr/>
          <p:nvPr/>
        </p:nvSpPr>
        <p:spPr>
          <a:xfrm>
            <a:off x="6430258" y="1816193"/>
            <a:ext cx="2333742" cy="17264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/>
              <a:t>Quiz</a:t>
            </a:r>
          </a:p>
          <a:p>
            <a:pPr algn="ctr"/>
            <a:r>
              <a:rPr lang="en-US" dirty="0" err="1"/>
              <a:t>viewAllQuestions</a:t>
            </a:r>
            <a:endParaRPr lang="en-US" dirty="0"/>
          </a:p>
          <a:p>
            <a:pPr algn="ctr"/>
            <a:r>
              <a:rPr lang="en-US" dirty="0" err="1"/>
              <a:t>addAnswer</a:t>
            </a:r>
            <a:endParaRPr lang="en-US" dirty="0"/>
          </a:p>
          <a:p>
            <a:pPr algn="ctr"/>
            <a:r>
              <a:rPr lang="en-US" dirty="0"/>
              <a:t>Mentor:</a:t>
            </a:r>
          </a:p>
          <a:p>
            <a:pPr algn="ctr"/>
            <a:r>
              <a:rPr lang="en-US" dirty="0" err="1"/>
              <a:t>updateQuestions</a:t>
            </a:r>
            <a:endParaRPr lang="en-US" dirty="0"/>
          </a:p>
          <a:p>
            <a:pPr algn="ctr"/>
            <a:r>
              <a:rPr lang="en-US" dirty="0" err="1"/>
              <a:t>BroadCastQuestions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768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40BC7-1D5B-E4DC-566E-9DA501D50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2997-4A0E-287A-0D9D-830A29E59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38" y="89901"/>
            <a:ext cx="1744136" cy="714331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sz="2000" dirty="0"/>
              <a:t>Client-side Architecture</a:t>
            </a:r>
            <a:endParaRPr lang="en-IL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177E66-839D-B6ED-EFE5-6686C31E99F1}"/>
              </a:ext>
            </a:extLst>
          </p:cNvPr>
          <p:cNvSpPr/>
          <p:nvPr/>
        </p:nvSpPr>
        <p:spPr>
          <a:xfrm>
            <a:off x="4716136" y="-5265"/>
            <a:ext cx="2115238" cy="6610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</a:t>
            </a:r>
            <a:endParaRPr lang="en-IL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44985E-3DB8-41B0-6A4C-1A46DEF4D0EA}"/>
              </a:ext>
            </a:extLst>
          </p:cNvPr>
          <p:cNvSpPr/>
          <p:nvPr/>
        </p:nvSpPr>
        <p:spPr>
          <a:xfrm>
            <a:off x="610997" y="1999918"/>
            <a:ext cx="2437001" cy="9777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viewDictionary</a:t>
            </a:r>
            <a:endParaRPr lang="en-US" dirty="0"/>
          </a:p>
          <a:p>
            <a:pPr algn="ctr"/>
            <a:r>
              <a:rPr lang="en-US" dirty="0" err="1"/>
              <a:t>filterBySubject</a:t>
            </a:r>
            <a:endParaRPr lang="en-IL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7B423F-4C16-A69D-476A-26F4F20067E6}"/>
              </a:ext>
            </a:extLst>
          </p:cNvPr>
          <p:cNvSpPr/>
          <p:nvPr/>
        </p:nvSpPr>
        <p:spPr>
          <a:xfrm>
            <a:off x="3396026" y="1900795"/>
            <a:ext cx="2455784" cy="10323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createNewDiary</a:t>
            </a:r>
            <a:endParaRPr lang="en-US" dirty="0"/>
          </a:p>
          <a:p>
            <a:pPr algn="ctr"/>
            <a:r>
              <a:rPr lang="en-US" dirty="0" err="1"/>
              <a:t>updateDiary</a:t>
            </a:r>
            <a:endParaRPr lang="en-US" dirty="0"/>
          </a:p>
          <a:p>
            <a:pPr algn="ctr"/>
            <a:r>
              <a:rPr lang="en-US" dirty="0" err="1"/>
              <a:t>addSubject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A31E6E-2452-1C83-DD40-A8DD2AEA184F}"/>
              </a:ext>
            </a:extLst>
          </p:cNvPr>
          <p:cNvSpPr/>
          <p:nvPr/>
        </p:nvSpPr>
        <p:spPr>
          <a:xfrm>
            <a:off x="6435329" y="1822889"/>
            <a:ext cx="2437002" cy="92031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viewForum</a:t>
            </a:r>
            <a:endParaRPr lang="en-US" dirty="0"/>
          </a:p>
          <a:p>
            <a:pPr algn="ctr"/>
            <a:r>
              <a:rPr lang="en-US" dirty="0" err="1"/>
              <a:t>addNewSubject</a:t>
            </a:r>
            <a:endParaRPr lang="en-IL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B5CCF0-E787-1423-96AD-670B1E3DA761}"/>
              </a:ext>
            </a:extLst>
          </p:cNvPr>
          <p:cNvSpPr/>
          <p:nvPr/>
        </p:nvSpPr>
        <p:spPr>
          <a:xfrm>
            <a:off x="610998" y="969568"/>
            <a:ext cx="2437002" cy="714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DictionaryComponent</a:t>
            </a:r>
            <a:endParaRPr lang="en-IL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4E7AFC-414E-CD32-9218-13D3DEB527C3}"/>
              </a:ext>
            </a:extLst>
          </p:cNvPr>
          <p:cNvSpPr/>
          <p:nvPr/>
        </p:nvSpPr>
        <p:spPr>
          <a:xfrm>
            <a:off x="3414808" y="951002"/>
            <a:ext cx="2437002" cy="714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DiaryComponent</a:t>
            </a:r>
            <a:endParaRPr lang="en-I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8936B5-54C5-67A8-7928-F264ADD189C8}"/>
              </a:ext>
            </a:extLst>
          </p:cNvPr>
          <p:cNvSpPr/>
          <p:nvPr/>
        </p:nvSpPr>
        <p:spPr>
          <a:xfrm>
            <a:off x="6435329" y="947259"/>
            <a:ext cx="2437002" cy="714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ForumComponent</a:t>
            </a:r>
            <a:endParaRPr lang="en-I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BD5A47-EC7E-D6B1-8BAC-14CEE8865F53}"/>
              </a:ext>
            </a:extLst>
          </p:cNvPr>
          <p:cNvSpPr/>
          <p:nvPr/>
        </p:nvSpPr>
        <p:spPr>
          <a:xfrm>
            <a:off x="9344182" y="947259"/>
            <a:ext cx="2437002" cy="714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ReportsComponent</a:t>
            </a:r>
            <a:endParaRPr lang="en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FF3243-7E24-4571-F387-9D2AF96C955A}"/>
              </a:ext>
            </a:extLst>
          </p:cNvPr>
          <p:cNvSpPr/>
          <p:nvPr/>
        </p:nvSpPr>
        <p:spPr>
          <a:xfrm>
            <a:off x="9344182" y="1900795"/>
            <a:ext cx="2333742" cy="17568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/>
              <a:t>Reports</a:t>
            </a:r>
          </a:p>
          <a:p>
            <a:pPr algn="ctr"/>
            <a:r>
              <a:rPr lang="en-US" dirty="0" err="1"/>
              <a:t>viewReports</a:t>
            </a:r>
            <a:endParaRPr lang="en-US" dirty="0"/>
          </a:p>
          <a:p>
            <a:pPr algn="ctr"/>
            <a:r>
              <a:rPr lang="en-US" dirty="0"/>
              <a:t>Server-</a:t>
            </a:r>
            <a:r>
              <a:rPr lang="en-US" dirty="0" err="1"/>
              <a:t>createReport</a:t>
            </a:r>
            <a:r>
              <a:rPr lang="en-US" dirty="0"/>
              <a:t>/</a:t>
            </a:r>
          </a:p>
          <a:p>
            <a:pPr algn="ctr"/>
            <a:r>
              <a:rPr lang="en-US" dirty="0" err="1"/>
              <a:t>getReport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2B49A2-325E-96CB-96FF-2E31EF49F638}"/>
              </a:ext>
            </a:extLst>
          </p:cNvPr>
          <p:cNvSpPr/>
          <p:nvPr/>
        </p:nvSpPr>
        <p:spPr>
          <a:xfrm>
            <a:off x="610997" y="4324033"/>
            <a:ext cx="2437001" cy="9777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updatePrompt</a:t>
            </a:r>
            <a:endParaRPr lang="en-US" dirty="0"/>
          </a:p>
          <a:p>
            <a:pPr algn="ctr"/>
            <a:r>
              <a:rPr lang="en-US" dirty="0" err="1"/>
              <a:t>viewPropmts</a:t>
            </a:r>
            <a:endParaRPr lang="en-IL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7DB5DE-429A-2D01-918A-88769D17D659}"/>
              </a:ext>
            </a:extLst>
          </p:cNvPr>
          <p:cNvSpPr/>
          <p:nvPr/>
        </p:nvSpPr>
        <p:spPr>
          <a:xfrm>
            <a:off x="610998" y="3293683"/>
            <a:ext cx="2437002" cy="714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PromptComponent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88768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AA18D-FCFF-F41B-1281-4D75B9C87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 </a:t>
            </a:r>
            <a:endParaRPr lang="en-IL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EFBBC7-4C87-C6E4-22B2-A58FDCA0F8C5}"/>
              </a:ext>
            </a:extLst>
          </p:cNvPr>
          <p:cNvSpPr/>
          <p:nvPr/>
        </p:nvSpPr>
        <p:spPr>
          <a:xfrm>
            <a:off x="660297" y="2255562"/>
            <a:ext cx="2333742" cy="11297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/>
              <a:t>Quiz(Bot)</a:t>
            </a:r>
          </a:p>
          <a:p>
            <a:pPr algn="ctr"/>
            <a:r>
              <a:rPr lang="en-US" dirty="0" err="1"/>
              <a:t>createQuiz</a:t>
            </a:r>
            <a:endParaRPr lang="en-US" dirty="0"/>
          </a:p>
          <a:p>
            <a:pPr algn="ctr"/>
            <a:r>
              <a:rPr lang="en-US" dirty="0" err="1"/>
              <a:t>addQuestions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9586D9-81F7-40BE-DCE3-F36833461F3C}"/>
              </a:ext>
            </a:extLst>
          </p:cNvPr>
          <p:cNvSpPr/>
          <p:nvPr/>
        </p:nvSpPr>
        <p:spPr>
          <a:xfrm>
            <a:off x="690357" y="3608630"/>
            <a:ext cx="2333742" cy="11297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/>
              <a:t>Arch(Bot)</a:t>
            </a:r>
          </a:p>
          <a:p>
            <a:pPr algn="ctr"/>
            <a:r>
              <a:rPr lang="en-US" dirty="0" err="1"/>
              <a:t>viewArch</a:t>
            </a:r>
            <a:endParaRPr lang="en-US" dirty="0"/>
          </a:p>
          <a:p>
            <a:pPr algn="ctr"/>
            <a:r>
              <a:rPr lang="en-US" dirty="0" err="1"/>
              <a:t>updateArch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D152AB7-1E53-070A-6701-556D8BC0ED7F}"/>
              </a:ext>
            </a:extLst>
          </p:cNvPr>
          <p:cNvSpPr/>
          <p:nvPr/>
        </p:nvSpPr>
        <p:spPr>
          <a:xfrm>
            <a:off x="690357" y="4925256"/>
            <a:ext cx="2381757" cy="11297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/>
              <a:t>Dictionary(Bot)</a:t>
            </a:r>
          </a:p>
          <a:p>
            <a:pPr algn="ctr"/>
            <a:r>
              <a:rPr lang="en-US" dirty="0" err="1"/>
              <a:t>createNewDict</a:t>
            </a:r>
            <a:endParaRPr lang="en-US" dirty="0"/>
          </a:p>
          <a:p>
            <a:pPr algn="ctr"/>
            <a:r>
              <a:rPr lang="en-US" dirty="0" err="1"/>
              <a:t>editDict</a:t>
            </a:r>
            <a:endParaRPr lang="en-US" dirty="0"/>
          </a:p>
          <a:p>
            <a:pPr algn="ctr"/>
            <a:r>
              <a:rPr lang="en-US" dirty="0" err="1"/>
              <a:t>addDefinitions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9A27F0-786C-C0A4-31DA-EFEBA7AA5096}"/>
              </a:ext>
            </a:extLst>
          </p:cNvPr>
          <p:cNvSpPr/>
          <p:nvPr/>
        </p:nvSpPr>
        <p:spPr>
          <a:xfrm>
            <a:off x="660297" y="1516700"/>
            <a:ext cx="2333742" cy="5155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/>
              <a:t>Client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D00356-C774-535F-E77E-CC82628CBC59}"/>
              </a:ext>
            </a:extLst>
          </p:cNvPr>
          <p:cNvSpPr/>
          <p:nvPr/>
        </p:nvSpPr>
        <p:spPr>
          <a:xfrm>
            <a:off x="3920332" y="2255562"/>
            <a:ext cx="2333742" cy="11297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/>
              <a:t>Quiz(Bot)</a:t>
            </a:r>
          </a:p>
          <a:p>
            <a:pPr algn="ctr"/>
            <a:r>
              <a:rPr lang="en-US" dirty="0" err="1"/>
              <a:t>addNewQuiz</a:t>
            </a:r>
            <a:endParaRPr lang="en-US" dirty="0"/>
          </a:p>
          <a:p>
            <a:pPr algn="ctr"/>
            <a:r>
              <a:rPr lang="en-US" dirty="0" err="1"/>
              <a:t>addNewQuestion</a:t>
            </a:r>
            <a:endParaRPr lang="en-US" dirty="0"/>
          </a:p>
          <a:p>
            <a:pPr algn="ctr"/>
            <a:r>
              <a:rPr lang="en-US" dirty="0" err="1"/>
              <a:t>getQuiz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B2951A-2180-CC9E-B978-AE217B8FEC1C}"/>
              </a:ext>
            </a:extLst>
          </p:cNvPr>
          <p:cNvSpPr/>
          <p:nvPr/>
        </p:nvSpPr>
        <p:spPr>
          <a:xfrm>
            <a:off x="3950392" y="3608630"/>
            <a:ext cx="2333742" cy="11297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/>
              <a:t>Arch(Bot)</a:t>
            </a:r>
          </a:p>
          <a:p>
            <a:pPr algn="ctr"/>
            <a:r>
              <a:rPr lang="en-US" dirty="0" err="1"/>
              <a:t>getArch</a:t>
            </a:r>
            <a:endParaRPr lang="en-US" dirty="0"/>
          </a:p>
          <a:p>
            <a:pPr algn="ctr"/>
            <a:r>
              <a:rPr lang="en-US" dirty="0" err="1"/>
              <a:t>updateArch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FC05A9-35A8-8588-979C-9D2E3A85856D}"/>
              </a:ext>
            </a:extLst>
          </p:cNvPr>
          <p:cNvSpPr/>
          <p:nvPr/>
        </p:nvSpPr>
        <p:spPr>
          <a:xfrm>
            <a:off x="3950392" y="4925256"/>
            <a:ext cx="2381757" cy="11297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/>
              <a:t>Dictionary(Bot)</a:t>
            </a:r>
          </a:p>
          <a:p>
            <a:pPr algn="ctr"/>
            <a:r>
              <a:rPr lang="en-US" dirty="0" err="1"/>
              <a:t>addNewDict</a:t>
            </a:r>
            <a:endParaRPr lang="en-US" dirty="0"/>
          </a:p>
          <a:p>
            <a:pPr algn="ctr"/>
            <a:r>
              <a:rPr lang="en-US" dirty="0" err="1"/>
              <a:t>updateeditDict</a:t>
            </a:r>
            <a:endParaRPr lang="en-US" dirty="0"/>
          </a:p>
          <a:p>
            <a:pPr algn="ctr"/>
            <a:r>
              <a:rPr lang="en-US" dirty="0" err="1"/>
              <a:t>addNewDefinitions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500024-1816-DADE-E6A2-05B0F633F323}"/>
              </a:ext>
            </a:extLst>
          </p:cNvPr>
          <p:cNvSpPr/>
          <p:nvPr/>
        </p:nvSpPr>
        <p:spPr>
          <a:xfrm>
            <a:off x="3920332" y="1516700"/>
            <a:ext cx="2333742" cy="5155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/>
              <a:t>Server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987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32122-B408-E91F-A685-CB7699E26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3D49E-BBE3-E4C0-7E34-2A63F0531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37" y="92765"/>
            <a:ext cx="1747607" cy="711467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sz="2000" dirty="0"/>
              <a:t>Server-side Architecture</a:t>
            </a:r>
            <a:endParaRPr lang="en-IL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293125-2EF5-EA56-5231-A14221F56461}"/>
              </a:ext>
            </a:extLst>
          </p:cNvPr>
          <p:cNvSpPr/>
          <p:nvPr/>
        </p:nvSpPr>
        <p:spPr>
          <a:xfrm>
            <a:off x="4716136" y="-5265"/>
            <a:ext cx="2115238" cy="6610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9F230C-2A04-FEA8-36CB-925DD1C2E5C2}"/>
              </a:ext>
            </a:extLst>
          </p:cNvPr>
          <p:cNvSpPr/>
          <p:nvPr/>
        </p:nvSpPr>
        <p:spPr>
          <a:xfrm>
            <a:off x="588246" y="1047680"/>
            <a:ext cx="2115238" cy="6610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DataBase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12538C-3EDB-2F41-0C89-A3EE6737F0EB}"/>
              </a:ext>
            </a:extLst>
          </p:cNvPr>
          <p:cNvSpPr/>
          <p:nvPr/>
        </p:nvSpPr>
        <p:spPr>
          <a:xfrm>
            <a:off x="3442253" y="986253"/>
            <a:ext cx="2115238" cy="6610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UserComponents</a:t>
            </a:r>
            <a:endParaRPr lang="en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73A89A-6E5F-2F8F-D640-60BEA8C779B5}"/>
              </a:ext>
            </a:extLst>
          </p:cNvPr>
          <p:cNvSpPr/>
          <p:nvPr/>
        </p:nvSpPr>
        <p:spPr>
          <a:xfrm>
            <a:off x="9721866" y="655747"/>
            <a:ext cx="2300691" cy="6610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ProjectsComponent</a:t>
            </a:r>
            <a:endParaRPr lang="en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35F65-99E9-9DBD-06C6-AAA3AC0B7F87}"/>
              </a:ext>
            </a:extLst>
          </p:cNvPr>
          <p:cNvSpPr/>
          <p:nvPr/>
        </p:nvSpPr>
        <p:spPr>
          <a:xfrm>
            <a:off x="9721866" y="4712326"/>
            <a:ext cx="2300691" cy="19501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/>
              <a:t>Architecture</a:t>
            </a:r>
          </a:p>
          <a:p>
            <a:pPr algn="ctr"/>
            <a:r>
              <a:rPr lang="en-US" dirty="0" err="1"/>
              <a:t>addNewArch</a:t>
            </a:r>
            <a:endParaRPr lang="en-US" dirty="0"/>
          </a:p>
          <a:p>
            <a:pPr algn="ctr"/>
            <a:r>
              <a:rPr lang="en-US" dirty="0" err="1"/>
              <a:t>updateArch</a:t>
            </a:r>
            <a:endParaRPr lang="en-US" dirty="0"/>
          </a:p>
          <a:p>
            <a:pPr algn="ctr"/>
            <a:r>
              <a:rPr lang="en-US" dirty="0" err="1"/>
              <a:t>addNewDevice</a:t>
            </a:r>
            <a:endParaRPr lang="en-US" dirty="0"/>
          </a:p>
          <a:p>
            <a:pPr algn="ctr"/>
            <a:r>
              <a:rPr lang="en-US" dirty="0" err="1"/>
              <a:t>updateDevice</a:t>
            </a:r>
            <a:endParaRPr lang="en-US" dirty="0"/>
          </a:p>
          <a:p>
            <a:pPr algn="ctr"/>
            <a:r>
              <a:rPr lang="en-US" dirty="0" err="1"/>
              <a:t>addReq</a:t>
            </a:r>
            <a:endParaRPr lang="en-US" dirty="0"/>
          </a:p>
          <a:p>
            <a:pPr algn="ctr"/>
            <a:r>
              <a:rPr lang="en-US" dirty="0" err="1"/>
              <a:t>getArch</a:t>
            </a:r>
            <a:endParaRPr lang="en-I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9232DB-3A72-DA17-1C67-8B81C21C7695}"/>
              </a:ext>
            </a:extLst>
          </p:cNvPr>
          <p:cNvSpPr/>
          <p:nvPr/>
        </p:nvSpPr>
        <p:spPr>
          <a:xfrm>
            <a:off x="3442253" y="1868657"/>
            <a:ext cx="2115238" cy="7739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 err="1"/>
              <a:t>Login+Register</a:t>
            </a:r>
            <a:endParaRPr lang="en-US" u="sng" dirty="0"/>
          </a:p>
          <a:p>
            <a:pPr algn="ctr"/>
            <a:r>
              <a:rPr lang="en-US" dirty="0" err="1"/>
              <a:t>getUser</a:t>
            </a:r>
            <a:endParaRPr lang="en-US" dirty="0"/>
          </a:p>
          <a:p>
            <a:pPr algn="ctr"/>
            <a:r>
              <a:rPr lang="en-US" dirty="0" err="1"/>
              <a:t>addUser</a:t>
            </a:r>
            <a:endParaRPr lang="en-IL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530E09-09CE-8120-FB5F-0FF769297757}"/>
              </a:ext>
            </a:extLst>
          </p:cNvPr>
          <p:cNvSpPr/>
          <p:nvPr/>
        </p:nvSpPr>
        <p:spPr>
          <a:xfrm>
            <a:off x="3442253" y="2863984"/>
            <a:ext cx="2115238" cy="7739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/>
              <a:t>Profile</a:t>
            </a:r>
            <a:r>
              <a:rPr lang="en-US" dirty="0"/>
              <a:t> </a:t>
            </a:r>
          </a:p>
          <a:p>
            <a:pPr algn="ctr"/>
            <a:r>
              <a:rPr lang="en-US" dirty="0" err="1"/>
              <a:t>updateUser</a:t>
            </a:r>
            <a:endParaRPr lang="en-US" dirty="0"/>
          </a:p>
          <a:p>
            <a:pPr algn="ctr"/>
            <a:endParaRPr lang="en-IL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441203-7646-9854-3CCB-85E038ED6D61}"/>
              </a:ext>
            </a:extLst>
          </p:cNvPr>
          <p:cNvSpPr/>
          <p:nvPr/>
        </p:nvSpPr>
        <p:spPr>
          <a:xfrm>
            <a:off x="9721865" y="1466603"/>
            <a:ext cx="2300969" cy="11759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/>
              <a:t>Plans</a:t>
            </a:r>
          </a:p>
          <a:p>
            <a:pPr algn="ctr"/>
            <a:r>
              <a:rPr lang="en-US" dirty="0" err="1"/>
              <a:t>addPlan</a:t>
            </a:r>
            <a:endParaRPr lang="en-US" dirty="0"/>
          </a:p>
          <a:p>
            <a:pPr algn="ctr"/>
            <a:r>
              <a:rPr lang="en-US" dirty="0" err="1"/>
              <a:t>getPlan</a:t>
            </a:r>
            <a:endParaRPr lang="en-US" dirty="0"/>
          </a:p>
          <a:p>
            <a:pPr algn="ctr"/>
            <a:r>
              <a:rPr lang="en-US" dirty="0" err="1"/>
              <a:t>updatePlan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43E6E4-178D-2C2C-8072-1DEBA3D043FA}"/>
              </a:ext>
            </a:extLst>
          </p:cNvPr>
          <p:cNvSpPr/>
          <p:nvPr/>
        </p:nvSpPr>
        <p:spPr>
          <a:xfrm>
            <a:off x="9722144" y="2778157"/>
            <a:ext cx="2300691" cy="183471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/>
              <a:t>Project</a:t>
            </a:r>
          </a:p>
          <a:p>
            <a:pPr algn="ctr"/>
            <a:r>
              <a:rPr lang="en-US" dirty="0" err="1"/>
              <a:t>addNewProject</a:t>
            </a:r>
            <a:r>
              <a:rPr lang="en-US" dirty="0"/>
              <a:t> </a:t>
            </a:r>
          </a:p>
          <a:p>
            <a:pPr algn="ctr"/>
            <a:r>
              <a:rPr lang="en-US" dirty="0" err="1"/>
              <a:t>getProject</a:t>
            </a:r>
            <a:endParaRPr lang="en-US" dirty="0"/>
          </a:p>
          <a:p>
            <a:pPr algn="ctr"/>
            <a:r>
              <a:rPr lang="en-US" dirty="0" err="1"/>
              <a:t>addReqDoc</a:t>
            </a:r>
            <a:endParaRPr lang="en-US" dirty="0"/>
          </a:p>
          <a:p>
            <a:pPr algn="ctr"/>
            <a:r>
              <a:rPr lang="en-US" dirty="0" err="1"/>
              <a:t>addFeedback</a:t>
            </a:r>
            <a:endParaRPr lang="en-US" dirty="0"/>
          </a:p>
          <a:p>
            <a:pPr algn="ctr"/>
            <a:r>
              <a:rPr lang="en-US" dirty="0" err="1"/>
              <a:t>updateProjectLevel</a:t>
            </a:r>
            <a:endParaRPr lang="en-IL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D20CB8B-AAA2-EB65-D182-EFB6AFB9BD90}"/>
              </a:ext>
            </a:extLst>
          </p:cNvPr>
          <p:cNvSpPr/>
          <p:nvPr/>
        </p:nvSpPr>
        <p:spPr>
          <a:xfrm>
            <a:off x="6422154" y="986253"/>
            <a:ext cx="2341846" cy="6610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QuizComponent</a:t>
            </a:r>
            <a:endParaRPr lang="en-IL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21375A-87AB-25DE-C731-6AED0DA29C3A}"/>
              </a:ext>
            </a:extLst>
          </p:cNvPr>
          <p:cNvSpPr/>
          <p:nvPr/>
        </p:nvSpPr>
        <p:spPr>
          <a:xfrm>
            <a:off x="6430258" y="1816192"/>
            <a:ext cx="2333742" cy="22654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/>
              <a:t>Quiz</a:t>
            </a:r>
            <a:endParaRPr lang="en-US" dirty="0"/>
          </a:p>
          <a:p>
            <a:pPr algn="ctr"/>
            <a:r>
              <a:rPr lang="en-US" dirty="0" err="1"/>
              <a:t>addAnswer</a:t>
            </a:r>
            <a:endParaRPr lang="en-US" dirty="0"/>
          </a:p>
          <a:p>
            <a:pPr algn="ctr"/>
            <a:r>
              <a:rPr lang="en-US" dirty="0" err="1"/>
              <a:t>updateQuestions</a:t>
            </a:r>
            <a:endParaRPr lang="en-US" dirty="0"/>
          </a:p>
          <a:p>
            <a:pPr algn="ctr"/>
            <a:r>
              <a:rPr lang="en-US" dirty="0" err="1"/>
              <a:t>addQuestion</a:t>
            </a:r>
            <a:endParaRPr lang="en-US" dirty="0"/>
          </a:p>
          <a:p>
            <a:pPr algn="ctr"/>
            <a:r>
              <a:rPr lang="en-US" dirty="0" err="1"/>
              <a:t>getQuiz</a:t>
            </a:r>
            <a:endParaRPr lang="en-US" dirty="0"/>
          </a:p>
          <a:p>
            <a:pPr algn="ctr"/>
            <a:r>
              <a:rPr lang="en-US" dirty="0" err="1"/>
              <a:t>getQuestions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D26888-2939-E957-02C7-2B52A64E1FC4}"/>
              </a:ext>
            </a:extLst>
          </p:cNvPr>
          <p:cNvSpPr/>
          <p:nvPr/>
        </p:nvSpPr>
        <p:spPr>
          <a:xfrm>
            <a:off x="610997" y="4324033"/>
            <a:ext cx="2437001" cy="9777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getPrompt</a:t>
            </a:r>
            <a:endParaRPr lang="en-US" dirty="0"/>
          </a:p>
          <a:p>
            <a:pPr algn="ctr"/>
            <a:r>
              <a:rPr lang="en-US" dirty="0" err="1"/>
              <a:t>updatePropmt</a:t>
            </a:r>
            <a:endParaRPr lang="en-I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44551A-D74A-3EB9-C21C-A76BDEC2665F}"/>
              </a:ext>
            </a:extLst>
          </p:cNvPr>
          <p:cNvSpPr/>
          <p:nvPr/>
        </p:nvSpPr>
        <p:spPr>
          <a:xfrm>
            <a:off x="610998" y="3293683"/>
            <a:ext cx="2437002" cy="714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PromptComponent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889368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2B84C-3864-F26E-DCE0-275ADDCA6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F9C5F-050F-EDD6-969D-2D20D7B69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38" y="89901"/>
            <a:ext cx="1744136" cy="714331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sz="2000" dirty="0"/>
              <a:t>Server-side Architecture</a:t>
            </a:r>
            <a:endParaRPr lang="en-IL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A90257-3EC1-1614-55D9-0C0B2ECF97CB}"/>
              </a:ext>
            </a:extLst>
          </p:cNvPr>
          <p:cNvSpPr/>
          <p:nvPr/>
        </p:nvSpPr>
        <p:spPr>
          <a:xfrm>
            <a:off x="4716136" y="-5265"/>
            <a:ext cx="2115238" cy="6610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</a:t>
            </a:r>
            <a:endParaRPr lang="en-IL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E57BFB-4268-D8CF-A08F-3F573C9DAC18}"/>
              </a:ext>
            </a:extLst>
          </p:cNvPr>
          <p:cNvSpPr/>
          <p:nvPr/>
        </p:nvSpPr>
        <p:spPr>
          <a:xfrm>
            <a:off x="610997" y="1999918"/>
            <a:ext cx="2437001" cy="9777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getDictionary</a:t>
            </a:r>
            <a:endParaRPr lang="en-US" dirty="0"/>
          </a:p>
          <a:p>
            <a:pPr algn="ctr"/>
            <a:r>
              <a:rPr lang="en-US" dirty="0" err="1"/>
              <a:t>getBySubject</a:t>
            </a:r>
            <a:endParaRPr lang="en-IL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7D6EAF-9F62-FE19-AECD-01DF7ED7D4D1}"/>
              </a:ext>
            </a:extLst>
          </p:cNvPr>
          <p:cNvSpPr/>
          <p:nvPr/>
        </p:nvSpPr>
        <p:spPr>
          <a:xfrm>
            <a:off x="3396026" y="1900795"/>
            <a:ext cx="2455784" cy="116708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addNewDiary</a:t>
            </a:r>
            <a:endParaRPr lang="en-US" dirty="0"/>
          </a:p>
          <a:p>
            <a:pPr algn="ctr"/>
            <a:r>
              <a:rPr lang="en-US" dirty="0" err="1"/>
              <a:t>getDiary</a:t>
            </a:r>
            <a:endParaRPr lang="en-US" dirty="0"/>
          </a:p>
          <a:p>
            <a:pPr algn="ctr"/>
            <a:r>
              <a:rPr lang="en-US" dirty="0" err="1"/>
              <a:t>updateDiary</a:t>
            </a:r>
            <a:endParaRPr lang="en-US" dirty="0"/>
          </a:p>
          <a:p>
            <a:pPr algn="ctr"/>
            <a:r>
              <a:rPr lang="en-US" dirty="0" err="1"/>
              <a:t>addSubject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2750BC-8730-1428-CF4D-1E555CB48BAE}"/>
              </a:ext>
            </a:extLst>
          </p:cNvPr>
          <p:cNvSpPr/>
          <p:nvPr/>
        </p:nvSpPr>
        <p:spPr>
          <a:xfrm>
            <a:off x="6435329" y="1822889"/>
            <a:ext cx="2437002" cy="92031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getForum</a:t>
            </a:r>
            <a:endParaRPr lang="en-US" dirty="0"/>
          </a:p>
          <a:p>
            <a:pPr algn="ctr"/>
            <a:r>
              <a:rPr lang="en-US" dirty="0" err="1"/>
              <a:t>updateForum</a:t>
            </a:r>
            <a:endParaRPr lang="en-US" dirty="0"/>
          </a:p>
          <a:p>
            <a:pPr algn="ctr"/>
            <a:r>
              <a:rPr lang="en-US" dirty="0" err="1"/>
              <a:t>addNewSubject</a:t>
            </a:r>
            <a:endParaRPr lang="en-IL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806195-CC52-4AA0-E19E-FD0A00D28DAB}"/>
              </a:ext>
            </a:extLst>
          </p:cNvPr>
          <p:cNvSpPr/>
          <p:nvPr/>
        </p:nvSpPr>
        <p:spPr>
          <a:xfrm>
            <a:off x="610998" y="969568"/>
            <a:ext cx="2437002" cy="714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DictionaryComponent</a:t>
            </a:r>
            <a:endParaRPr lang="en-IL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336ABC-C3D4-6E7F-806B-4BED13BDFDB5}"/>
              </a:ext>
            </a:extLst>
          </p:cNvPr>
          <p:cNvSpPr/>
          <p:nvPr/>
        </p:nvSpPr>
        <p:spPr>
          <a:xfrm>
            <a:off x="3414808" y="951002"/>
            <a:ext cx="2437002" cy="714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DiaryComponent</a:t>
            </a:r>
            <a:endParaRPr lang="en-I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B4995B-DC7C-6774-6762-4B90D4B642E2}"/>
              </a:ext>
            </a:extLst>
          </p:cNvPr>
          <p:cNvSpPr/>
          <p:nvPr/>
        </p:nvSpPr>
        <p:spPr>
          <a:xfrm>
            <a:off x="6435329" y="947259"/>
            <a:ext cx="2437002" cy="714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ForumComponent</a:t>
            </a:r>
            <a:endParaRPr lang="en-I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29A796-767A-5AF2-B73B-5DCC002B8766}"/>
              </a:ext>
            </a:extLst>
          </p:cNvPr>
          <p:cNvSpPr/>
          <p:nvPr/>
        </p:nvSpPr>
        <p:spPr>
          <a:xfrm>
            <a:off x="9344182" y="947259"/>
            <a:ext cx="2437002" cy="714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ReportsComponent</a:t>
            </a:r>
            <a:endParaRPr lang="en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46C14C-F32C-44C1-622D-759C59086143}"/>
              </a:ext>
            </a:extLst>
          </p:cNvPr>
          <p:cNvSpPr/>
          <p:nvPr/>
        </p:nvSpPr>
        <p:spPr>
          <a:xfrm>
            <a:off x="9352590" y="1822889"/>
            <a:ext cx="2437002" cy="11102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/>
              <a:t>Reports</a:t>
            </a:r>
          </a:p>
          <a:p>
            <a:pPr algn="ctr"/>
            <a:r>
              <a:rPr lang="en-US" dirty="0" err="1"/>
              <a:t>createReport</a:t>
            </a:r>
            <a:endParaRPr lang="en-US" dirty="0"/>
          </a:p>
          <a:p>
            <a:pPr algn="ctr"/>
            <a:r>
              <a:rPr lang="en-US" dirty="0" err="1"/>
              <a:t>getReport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780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3338</TotalTime>
  <Words>596</Words>
  <Application>Microsoft Office PowerPoint</Application>
  <PresentationFormat>Widescreen</PresentationFormat>
  <Paragraphs>235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אנליזה פונקציונלית</vt:lpstr>
      <vt:lpstr>אנליזה פונקציונלית - מנחה</vt:lpstr>
      <vt:lpstr>אנליזה פונקציונלית - חבר צוות</vt:lpstr>
      <vt:lpstr>אנליזה פונקציונלית- בוט</vt:lpstr>
      <vt:lpstr>Client-side Architecture</vt:lpstr>
      <vt:lpstr>Client-side Architecture</vt:lpstr>
      <vt:lpstr>Bot </vt:lpstr>
      <vt:lpstr>Server-side Architecture</vt:lpstr>
      <vt:lpstr>Server-side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אלאא בראזי</dc:creator>
  <cp:lastModifiedBy>אלאא בראזי</cp:lastModifiedBy>
  <cp:revision>16</cp:revision>
  <dcterms:created xsi:type="dcterms:W3CDTF">2025-11-20T08:36:15Z</dcterms:created>
  <dcterms:modified xsi:type="dcterms:W3CDTF">2025-11-22T19:41:44Z</dcterms:modified>
</cp:coreProperties>
</file>